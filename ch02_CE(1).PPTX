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58" r:id="rId1"/>
  </p:sldMasterIdLst>
  <p:notesMasterIdLst>
    <p:notesMasterId r:id="rId26"/>
  </p:notesMasterIdLst>
  <p:handoutMasterIdLst>
    <p:handoutMasterId r:id="rId27"/>
  </p:handoutMasterIdLst>
  <p:sldIdLst>
    <p:sldId id="360" r:id="rId2"/>
    <p:sldId id="333" r:id="rId3"/>
    <p:sldId id="336" r:id="rId4"/>
    <p:sldId id="337" r:id="rId5"/>
    <p:sldId id="338" r:id="rId6"/>
    <p:sldId id="339" r:id="rId7"/>
    <p:sldId id="356" r:id="rId8"/>
    <p:sldId id="340" r:id="rId9"/>
    <p:sldId id="357" r:id="rId10"/>
    <p:sldId id="341" r:id="rId11"/>
    <p:sldId id="358" r:id="rId12"/>
    <p:sldId id="342" r:id="rId13"/>
    <p:sldId id="359" r:id="rId14"/>
    <p:sldId id="343" r:id="rId15"/>
    <p:sldId id="344" r:id="rId16"/>
    <p:sldId id="345" r:id="rId17"/>
    <p:sldId id="346" r:id="rId18"/>
    <p:sldId id="348" r:id="rId19"/>
    <p:sldId id="350" r:id="rId20"/>
    <p:sldId id="352" r:id="rId21"/>
    <p:sldId id="353" r:id="rId22"/>
    <p:sldId id="354" r:id="rId23"/>
    <p:sldId id="334" r:id="rId24"/>
    <p:sldId id="335" r:id="rId25"/>
  </p:sldIdLst>
  <p:sldSz cx="9144000" cy="6858000" type="screen4x3"/>
  <p:notesSz cx="6858000" cy="9144000"/>
  <p:defaultTextStyle>
    <a:defPPr>
      <a:defRPr lang="en-US"/>
    </a:defPPr>
    <a:lvl1pPr algn="l" rtl="0" fontAlgn="base">
      <a:spcBef>
        <a:spcPct val="0"/>
      </a:spcBef>
      <a:spcAft>
        <a:spcPct val="0"/>
      </a:spcAft>
      <a:defRPr sz="2200" kern="1200">
        <a:solidFill>
          <a:schemeClr val="tx1"/>
        </a:solidFill>
        <a:latin typeface="Times New Roman" pitchFamily="18" charset="0"/>
        <a:ea typeface="+mn-ea"/>
        <a:cs typeface="+mn-cs"/>
      </a:defRPr>
    </a:lvl1pPr>
    <a:lvl2pPr marL="457200" algn="l" rtl="0" fontAlgn="base">
      <a:spcBef>
        <a:spcPct val="0"/>
      </a:spcBef>
      <a:spcAft>
        <a:spcPct val="0"/>
      </a:spcAft>
      <a:defRPr sz="2200" kern="1200">
        <a:solidFill>
          <a:schemeClr val="tx1"/>
        </a:solidFill>
        <a:latin typeface="Times New Roman" pitchFamily="18" charset="0"/>
        <a:ea typeface="+mn-ea"/>
        <a:cs typeface="+mn-cs"/>
      </a:defRPr>
    </a:lvl2pPr>
    <a:lvl3pPr marL="914400" algn="l" rtl="0" fontAlgn="base">
      <a:spcBef>
        <a:spcPct val="0"/>
      </a:spcBef>
      <a:spcAft>
        <a:spcPct val="0"/>
      </a:spcAft>
      <a:defRPr sz="2200" kern="1200">
        <a:solidFill>
          <a:schemeClr val="tx1"/>
        </a:solidFill>
        <a:latin typeface="Times New Roman" pitchFamily="18" charset="0"/>
        <a:ea typeface="+mn-ea"/>
        <a:cs typeface="+mn-cs"/>
      </a:defRPr>
    </a:lvl3pPr>
    <a:lvl4pPr marL="1371600" algn="l" rtl="0" fontAlgn="base">
      <a:spcBef>
        <a:spcPct val="0"/>
      </a:spcBef>
      <a:spcAft>
        <a:spcPct val="0"/>
      </a:spcAft>
      <a:defRPr sz="2200" kern="1200">
        <a:solidFill>
          <a:schemeClr val="tx1"/>
        </a:solidFill>
        <a:latin typeface="Times New Roman" pitchFamily="18" charset="0"/>
        <a:ea typeface="+mn-ea"/>
        <a:cs typeface="+mn-cs"/>
      </a:defRPr>
    </a:lvl4pPr>
    <a:lvl5pPr marL="1828800" algn="l" rtl="0" fontAlgn="base">
      <a:spcBef>
        <a:spcPct val="0"/>
      </a:spcBef>
      <a:spcAft>
        <a:spcPct val="0"/>
      </a:spcAft>
      <a:defRPr sz="2200" kern="1200">
        <a:solidFill>
          <a:schemeClr val="tx1"/>
        </a:solidFill>
        <a:latin typeface="Times New Roman" pitchFamily="18" charset="0"/>
        <a:ea typeface="+mn-ea"/>
        <a:cs typeface="+mn-cs"/>
      </a:defRPr>
    </a:lvl5pPr>
    <a:lvl6pPr marL="2286000" algn="l" defTabSz="914400" rtl="0" eaLnBrk="1" latinLnBrk="0" hangingPunct="1">
      <a:defRPr sz="2200" kern="1200">
        <a:solidFill>
          <a:schemeClr val="tx1"/>
        </a:solidFill>
        <a:latin typeface="Times New Roman" pitchFamily="18" charset="0"/>
        <a:ea typeface="+mn-ea"/>
        <a:cs typeface="+mn-cs"/>
      </a:defRPr>
    </a:lvl6pPr>
    <a:lvl7pPr marL="2743200" algn="l" defTabSz="914400" rtl="0" eaLnBrk="1" latinLnBrk="0" hangingPunct="1">
      <a:defRPr sz="2200" kern="1200">
        <a:solidFill>
          <a:schemeClr val="tx1"/>
        </a:solidFill>
        <a:latin typeface="Times New Roman" pitchFamily="18" charset="0"/>
        <a:ea typeface="+mn-ea"/>
        <a:cs typeface="+mn-cs"/>
      </a:defRPr>
    </a:lvl7pPr>
    <a:lvl8pPr marL="3200400" algn="l" defTabSz="914400" rtl="0" eaLnBrk="1" latinLnBrk="0" hangingPunct="1">
      <a:defRPr sz="2200" kern="1200">
        <a:solidFill>
          <a:schemeClr val="tx1"/>
        </a:solidFill>
        <a:latin typeface="Times New Roman" pitchFamily="18" charset="0"/>
        <a:ea typeface="+mn-ea"/>
        <a:cs typeface="+mn-cs"/>
      </a:defRPr>
    </a:lvl8pPr>
    <a:lvl9pPr marL="3657600" algn="l" defTabSz="914400" rtl="0" eaLnBrk="1" latinLnBrk="0" hangingPunct="1">
      <a:defRPr sz="2200" kern="1200">
        <a:solidFill>
          <a:schemeClr val="tx1"/>
        </a:solidFill>
        <a:latin typeface="Times New Roman" pitchFamily="18" charset="0"/>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schwalbe" initials="ks" lastIdx="2" clrIdx="0"/>
  <p:cmAuthor id="1" name="Rafael Ignacio Bonilla Armijos" initials="RIBA" lastIdx="2" clrIdx="1">
    <p:extLst/>
  </p:cmAuthor>
  <p:cmAuthor id="2" name="Stulga, Michele L" initials="SML" lastIdx="19" clrIdx="2">
    <p:extLst/>
  </p:cmAuthor>
  <p:cmAuthor id="3" name="S.A.Bennett" initials="SB" lastIdx="5" clrIdx="3"/>
  <p:cmAuthor id="4" name="Julie Tomsho" initials="JRT" lastIdx="5" clrIdx="4">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800"/>
    <a:srgbClr val="5B53FF"/>
    <a:srgbClr val="666699"/>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930" autoAdjust="0"/>
    <p:restoredTop sz="96408" autoAdjust="0"/>
  </p:normalViewPr>
  <p:slideViewPr>
    <p:cSldViewPr>
      <p:cViewPr varScale="1">
        <p:scale>
          <a:sx n="81" d="100"/>
          <a:sy n="81" d="100"/>
        </p:scale>
        <p:origin x="-1277" y="-86"/>
      </p:cViewPr>
      <p:guideLst>
        <p:guide orient="horz" pos="2160"/>
        <p:guide pos="2880"/>
      </p:guideLst>
    </p:cSldViewPr>
  </p:slideViewPr>
  <p:outlineViewPr>
    <p:cViewPr>
      <p:scale>
        <a:sx n="33" d="100"/>
        <a:sy n="33" d="100"/>
      </p:scale>
      <p:origin x="0" y="-18540"/>
    </p:cViewPr>
  </p:outlineViewPr>
  <p:notesTextViewPr>
    <p:cViewPr>
      <p:scale>
        <a:sx n="100" d="100"/>
        <a:sy n="100" d="100"/>
      </p:scale>
      <p:origin x="0" y="0"/>
    </p:cViewPr>
  </p:notesTextViewPr>
  <p:sorterViewPr>
    <p:cViewPr>
      <p:scale>
        <a:sx n="66" d="100"/>
        <a:sy n="66" d="100"/>
      </p:scale>
      <p:origin x="0" y="-3945"/>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37"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handoutMaster" Target="handoutMasters/handoutMaster1.xml"/><Relationship Id="rId30"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ianne Freeman" userId="1199072752_tp_dropbox" providerId="OAuth2" clId="{B6E6C3A7-D0D3-8C4A-957D-BB229F42F3EF}"/>
    <pc:docChg chg="modSld">
      <pc:chgData name="Marianne Freeman" userId="1199072752_tp_dropbox" providerId="OAuth2" clId="{B6E6C3A7-D0D3-8C4A-957D-BB229F42F3EF}" dt="2018-09-25T01:13:35.977" v="9" actId="20577"/>
      <pc:docMkLst>
        <pc:docMk/>
      </pc:docMkLst>
      <pc:sldChg chg="modSp">
        <pc:chgData name="Marianne Freeman" userId="1199072752_tp_dropbox" providerId="OAuth2" clId="{B6E6C3A7-D0D3-8C4A-957D-BB229F42F3EF}" dt="2018-09-25T01:13:28.623" v="7" actId="20577"/>
        <pc:sldMkLst>
          <pc:docMk/>
          <pc:sldMk cId="2982502579" sldId="344"/>
        </pc:sldMkLst>
        <pc:spChg chg="mod">
          <ac:chgData name="Marianne Freeman" userId="1199072752_tp_dropbox" providerId="OAuth2" clId="{B6E6C3A7-D0D3-8C4A-957D-BB229F42F3EF}" dt="2018-09-25T01:13:28.623" v="7" actId="20577"/>
          <ac:spMkLst>
            <pc:docMk/>
            <pc:sldMk cId="2982502579" sldId="344"/>
            <ac:spMk id="3" creationId="{00000000-0000-0000-0000-000000000000}"/>
          </ac:spMkLst>
        </pc:spChg>
      </pc:sldChg>
      <pc:sldChg chg="modSp">
        <pc:chgData name="Marianne Freeman" userId="1199072752_tp_dropbox" providerId="OAuth2" clId="{B6E6C3A7-D0D3-8C4A-957D-BB229F42F3EF}" dt="2018-09-25T01:13:35.977" v="9" actId="20577"/>
        <pc:sldMkLst>
          <pc:docMk/>
          <pc:sldMk cId="4235976981" sldId="356"/>
        </pc:sldMkLst>
        <pc:spChg chg="mod">
          <ac:chgData name="Marianne Freeman" userId="1199072752_tp_dropbox" providerId="OAuth2" clId="{B6E6C3A7-D0D3-8C4A-957D-BB229F42F3EF}" dt="2018-09-25T01:13:35.977" v="9" actId="20577"/>
          <ac:spMkLst>
            <pc:docMk/>
            <pc:sldMk cId="4235976981" sldId="356"/>
            <ac:spMk id="3" creationId="{00000000-0000-0000-0000-000000000000}"/>
          </ac:spMkLst>
        </pc:spChg>
      </pc:sldChg>
      <pc:sldChg chg="modSp">
        <pc:chgData name="Marianne Freeman" userId="1199072752_tp_dropbox" providerId="OAuth2" clId="{B6E6C3A7-D0D3-8C4A-957D-BB229F42F3EF}" dt="2018-09-25T01:12:59.650" v="1" actId="20577"/>
        <pc:sldMkLst>
          <pc:docMk/>
          <pc:sldMk cId="664491863" sldId="357"/>
        </pc:sldMkLst>
        <pc:spChg chg="mod">
          <ac:chgData name="Marianne Freeman" userId="1199072752_tp_dropbox" providerId="OAuth2" clId="{B6E6C3A7-D0D3-8C4A-957D-BB229F42F3EF}" dt="2018-09-25T01:12:59.650" v="1" actId="20577"/>
          <ac:spMkLst>
            <pc:docMk/>
            <pc:sldMk cId="664491863" sldId="357"/>
            <ac:spMk id="3" creationId="{00000000-0000-0000-0000-000000000000}"/>
          </ac:spMkLst>
        </pc:spChg>
      </pc:sldChg>
      <pc:sldChg chg="modSp">
        <pc:chgData name="Marianne Freeman" userId="1199072752_tp_dropbox" providerId="OAuth2" clId="{B6E6C3A7-D0D3-8C4A-957D-BB229F42F3EF}" dt="2018-09-25T01:13:16.321" v="3" actId="20577"/>
        <pc:sldMkLst>
          <pc:docMk/>
          <pc:sldMk cId="1846765447" sldId="358"/>
        </pc:sldMkLst>
        <pc:spChg chg="mod">
          <ac:chgData name="Marianne Freeman" userId="1199072752_tp_dropbox" providerId="OAuth2" clId="{B6E6C3A7-D0D3-8C4A-957D-BB229F42F3EF}" dt="2018-09-25T01:13:16.321" v="3" actId="20577"/>
          <ac:spMkLst>
            <pc:docMk/>
            <pc:sldMk cId="1846765447" sldId="358"/>
            <ac:spMk id="3" creationId="{00000000-0000-0000-0000-000000000000}"/>
          </ac:spMkLst>
        </pc:spChg>
      </pc:sldChg>
      <pc:sldChg chg="modSp">
        <pc:chgData name="Marianne Freeman" userId="1199072752_tp_dropbox" providerId="OAuth2" clId="{B6E6C3A7-D0D3-8C4A-957D-BB229F42F3EF}" dt="2018-09-25T01:13:24.298" v="5" actId="20577"/>
        <pc:sldMkLst>
          <pc:docMk/>
          <pc:sldMk cId="2727260079" sldId="359"/>
        </pc:sldMkLst>
        <pc:spChg chg="mod">
          <ac:chgData name="Marianne Freeman" userId="1199072752_tp_dropbox" providerId="OAuth2" clId="{B6E6C3A7-D0D3-8C4A-957D-BB229F42F3EF}" dt="2018-09-25T01:13:24.298" v="5" actId="20577"/>
          <ac:spMkLst>
            <pc:docMk/>
            <pc:sldMk cId="2727260079" sldId="359"/>
            <ac:spMk id="3" creationId="{00000000-0000-0000-0000-000000000000}"/>
          </ac:spMkLst>
        </pc:spChg>
      </pc:sldChg>
    </pc:docChg>
  </pc:docChgLst>
  <pc:docChgLst>
    <pc:chgData name="Marianne Freeman" userId="1199072752_tp_dropbox" providerId="OAuth2" clId="{F5FA2F9B-21B4-0E40-ADEF-8DE7A96EE0A5}"/>
    <pc:docChg chg="undo custSel modSld">
      <pc:chgData name="Marianne Freeman" userId="1199072752_tp_dropbox" providerId="OAuth2" clId="{F5FA2F9B-21B4-0E40-ADEF-8DE7A96EE0A5}" dt="2018-09-24T02:18:29.508" v="136"/>
      <pc:docMkLst>
        <pc:docMk/>
      </pc:docMkLst>
      <pc:sldChg chg="addSp modSp">
        <pc:chgData name="Marianne Freeman" userId="1199072752_tp_dropbox" providerId="OAuth2" clId="{F5FA2F9B-21B4-0E40-ADEF-8DE7A96EE0A5}" dt="2018-09-23T22:30:39.097" v="1"/>
        <pc:sldMkLst>
          <pc:docMk/>
          <pc:sldMk cId="0" sldId="257"/>
        </pc:sldMkLst>
        <pc:spChg chg="mod">
          <ac:chgData name="Marianne Freeman" userId="1199072752_tp_dropbox" providerId="OAuth2" clId="{F5FA2F9B-21B4-0E40-ADEF-8DE7A96EE0A5}" dt="2018-09-23T22:30:30.921" v="0" actId="20577"/>
          <ac:spMkLst>
            <pc:docMk/>
            <pc:sldMk cId="0" sldId="257"/>
            <ac:spMk id="4" creationId="{2B7206C4-20D6-1E4B-A9BF-F06AB8FA9727}"/>
          </ac:spMkLst>
        </pc:spChg>
        <pc:inkChg chg="add">
          <ac:chgData name="Marianne Freeman" userId="1199072752_tp_dropbox" providerId="OAuth2" clId="{F5FA2F9B-21B4-0E40-ADEF-8DE7A96EE0A5}" dt="2018-09-23T22:30:39.097" v="1"/>
          <ac:inkMkLst>
            <pc:docMk/>
            <pc:sldMk cId="0" sldId="257"/>
            <ac:inkMk id="3" creationId="{9B9BFE05-4833-4D47-B614-429591599332}"/>
          </ac:inkMkLst>
        </pc:inkChg>
      </pc:sldChg>
      <pc:sldChg chg="addSp delSp modSp">
        <pc:chgData name="Marianne Freeman" userId="1199072752_tp_dropbox" providerId="OAuth2" clId="{F5FA2F9B-21B4-0E40-ADEF-8DE7A96EE0A5}" dt="2018-09-24T02:14:56.216" v="129"/>
        <pc:sldMkLst>
          <pc:docMk/>
          <pc:sldMk cId="1458425035" sldId="334"/>
        </pc:sldMkLst>
        <pc:spChg chg="mod">
          <ac:chgData name="Marianne Freeman" userId="1199072752_tp_dropbox" providerId="OAuth2" clId="{F5FA2F9B-21B4-0E40-ADEF-8DE7A96EE0A5}" dt="2018-09-24T02:14:50.190" v="127" actId="20577"/>
          <ac:spMkLst>
            <pc:docMk/>
            <pc:sldMk cId="1458425035" sldId="334"/>
            <ac:spMk id="3" creationId="{00000000-0000-0000-0000-000000000000}"/>
          </ac:spMkLst>
        </pc:spChg>
        <pc:inkChg chg="add del">
          <ac:chgData name="Marianne Freeman" userId="1199072752_tp_dropbox" providerId="OAuth2" clId="{F5FA2F9B-21B4-0E40-ADEF-8DE7A96EE0A5}" dt="2018-09-24T02:12:16.010" v="125"/>
          <ac:inkMkLst>
            <pc:docMk/>
            <pc:sldMk cId="1458425035" sldId="334"/>
            <ac:inkMk id="5" creationId="{7E03CE65-8AA5-0849-9DBB-238F99148B35}"/>
          </ac:inkMkLst>
        </pc:inkChg>
        <pc:inkChg chg="add del">
          <ac:chgData name="Marianne Freeman" userId="1199072752_tp_dropbox" providerId="OAuth2" clId="{F5FA2F9B-21B4-0E40-ADEF-8DE7A96EE0A5}" dt="2018-09-24T02:12:14.826" v="124"/>
          <ac:inkMkLst>
            <pc:docMk/>
            <pc:sldMk cId="1458425035" sldId="334"/>
            <ac:inkMk id="6" creationId="{6E5ACAE1-33E9-CA41-A9F3-555E167C92D0}"/>
          </ac:inkMkLst>
        </pc:inkChg>
        <pc:inkChg chg="add">
          <ac:chgData name="Marianne Freeman" userId="1199072752_tp_dropbox" providerId="OAuth2" clId="{F5FA2F9B-21B4-0E40-ADEF-8DE7A96EE0A5}" dt="2018-09-24T02:14:55.184" v="128"/>
          <ac:inkMkLst>
            <pc:docMk/>
            <pc:sldMk cId="1458425035" sldId="334"/>
            <ac:inkMk id="7" creationId="{0C997674-08D9-C749-9EF9-F969E7040633}"/>
          </ac:inkMkLst>
        </pc:inkChg>
        <pc:inkChg chg="add">
          <ac:chgData name="Marianne Freeman" userId="1199072752_tp_dropbox" providerId="OAuth2" clId="{F5FA2F9B-21B4-0E40-ADEF-8DE7A96EE0A5}" dt="2018-09-24T02:14:56.216" v="129"/>
          <ac:inkMkLst>
            <pc:docMk/>
            <pc:sldMk cId="1458425035" sldId="334"/>
            <ac:inkMk id="8" creationId="{08BE98C7-454A-644A-B05A-39D8A43B4E43}"/>
          </ac:inkMkLst>
        </pc:inkChg>
      </pc:sldChg>
      <pc:sldChg chg="addSp modSp">
        <pc:chgData name="Marianne Freeman" userId="1199072752_tp_dropbox" providerId="OAuth2" clId="{F5FA2F9B-21B4-0E40-ADEF-8DE7A96EE0A5}" dt="2018-09-24T02:18:29.508" v="136"/>
        <pc:sldMkLst>
          <pc:docMk/>
          <pc:sldMk cId="3458693513" sldId="335"/>
        </pc:sldMkLst>
        <pc:spChg chg="mod">
          <ac:chgData name="Marianne Freeman" userId="1199072752_tp_dropbox" providerId="OAuth2" clId="{F5FA2F9B-21B4-0E40-ADEF-8DE7A96EE0A5}" dt="2018-09-24T02:18:18.158" v="135" actId="2711"/>
          <ac:spMkLst>
            <pc:docMk/>
            <pc:sldMk cId="3458693513" sldId="335"/>
            <ac:spMk id="3" creationId="{00000000-0000-0000-0000-000000000000}"/>
          </ac:spMkLst>
        </pc:spChg>
        <pc:inkChg chg="add">
          <ac:chgData name="Marianne Freeman" userId="1199072752_tp_dropbox" providerId="OAuth2" clId="{F5FA2F9B-21B4-0E40-ADEF-8DE7A96EE0A5}" dt="2018-09-24T02:17:13.004" v="133"/>
          <ac:inkMkLst>
            <pc:docMk/>
            <pc:sldMk cId="3458693513" sldId="335"/>
            <ac:inkMk id="5" creationId="{2C46E962-EBB3-9E4F-B95A-B1155D308D9F}"/>
          </ac:inkMkLst>
        </pc:inkChg>
        <pc:inkChg chg="add">
          <ac:chgData name="Marianne Freeman" userId="1199072752_tp_dropbox" providerId="OAuth2" clId="{F5FA2F9B-21B4-0E40-ADEF-8DE7A96EE0A5}" dt="2018-09-24T02:17:34.848" v="134"/>
          <ac:inkMkLst>
            <pc:docMk/>
            <pc:sldMk cId="3458693513" sldId="335"/>
            <ac:inkMk id="6" creationId="{5B6927D9-8E28-B44E-844A-0714E7BB71CA}"/>
          </ac:inkMkLst>
        </pc:inkChg>
        <pc:inkChg chg="add">
          <ac:chgData name="Marianne Freeman" userId="1199072752_tp_dropbox" providerId="OAuth2" clId="{F5FA2F9B-21B4-0E40-ADEF-8DE7A96EE0A5}" dt="2018-09-24T02:18:29.508" v="136"/>
          <ac:inkMkLst>
            <pc:docMk/>
            <pc:sldMk cId="3458693513" sldId="335"/>
            <ac:inkMk id="7" creationId="{8085C947-2971-1243-98A9-BE9F2DC90476}"/>
          </ac:inkMkLst>
        </pc:inkChg>
      </pc:sldChg>
      <pc:sldChg chg="addSp delSp modSp">
        <pc:chgData name="Marianne Freeman" userId="1199072752_tp_dropbox" providerId="OAuth2" clId="{F5FA2F9B-21B4-0E40-ADEF-8DE7A96EE0A5}" dt="2018-09-24T01:57:49.140" v="36"/>
        <pc:sldMkLst>
          <pc:docMk/>
          <pc:sldMk cId="3542757772" sldId="337"/>
        </pc:sldMkLst>
        <pc:spChg chg="mod">
          <ac:chgData name="Marianne Freeman" userId="1199072752_tp_dropbox" providerId="OAuth2" clId="{F5FA2F9B-21B4-0E40-ADEF-8DE7A96EE0A5}" dt="2018-09-24T01:57:33.811" v="31" actId="1076"/>
          <ac:spMkLst>
            <pc:docMk/>
            <pc:sldMk cId="3542757772" sldId="337"/>
            <ac:spMk id="3" creationId="{00000000-0000-0000-0000-000000000000}"/>
          </ac:spMkLst>
        </pc:spChg>
        <pc:inkChg chg="add">
          <ac:chgData name="Marianne Freeman" userId="1199072752_tp_dropbox" providerId="OAuth2" clId="{F5FA2F9B-21B4-0E40-ADEF-8DE7A96EE0A5}" dt="2018-09-23T22:33:29.450" v="6"/>
          <ac:inkMkLst>
            <pc:docMk/>
            <pc:sldMk cId="3542757772" sldId="337"/>
            <ac:inkMk id="5" creationId="{DB197066-A300-3D4F-9CD8-18998F048A63}"/>
          </ac:inkMkLst>
        </pc:inkChg>
        <pc:inkChg chg="add">
          <ac:chgData name="Marianne Freeman" userId="1199072752_tp_dropbox" providerId="OAuth2" clId="{F5FA2F9B-21B4-0E40-ADEF-8DE7A96EE0A5}" dt="2018-09-24T01:57:42.333" v="32"/>
          <ac:inkMkLst>
            <pc:docMk/>
            <pc:sldMk cId="3542757772" sldId="337"/>
            <ac:inkMk id="6" creationId="{15936DF0-3974-2F4B-9ACD-A874C53EE3EC}"/>
          </ac:inkMkLst>
        </pc:inkChg>
        <pc:inkChg chg="add">
          <ac:chgData name="Marianne Freeman" userId="1199072752_tp_dropbox" providerId="OAuth2" clId="{F5FA2F9B-21B4-0E40-ADEF-8DE7A96EE0A5}" dt="2018-09-24T01:57:43.696" v="33"/>
          <ac:inkMkLst>
            <pc:docMk/>
            <pc:sldMk cId="3542757772" sldId="337"/>
            <ac:inkMk id="7" creationId="{794AACC9-D96C-F94D-B7B4-4C24DE1B7D6A}"/>
          </ac:inkMkLst>
        </pc:inkChg>
        <pc:inkChg chg="add del">
          <ac:chgData name="Marianne Freeman" userId="1199072752_tp_dropbox" providerId="OAuth2" clId="{F5FA2F9B-21B4-0E40-ADEF-8DE7A96EE0A5}" dt="2018-09-24T01:57:47.336" v="35"/>
          <ac:inkMkLst>
            <pc:docMk/>
            <pc:sldMk cId="3542757772" sldId="337"/>
            <ac:inkMk id="8" creationId="{2461F03E-1ABC-2C4D-A6E3-79646A46D239}"/>
          </ac:inkMkLst>
        </pc:inkChg>
        <pc:inkChg chg="add">
          <ac:chgData name="Marianne Freeman" userId="1199072752_tp_dropbox" providerId="OAuth2" clId="{F5FA2F9B-21B4-0E40-ADEF-8DE7A96EE0A5}" dt="2018-09-24T01:57:49.140" v="36"/>
          <ac:inkMkLst>
            <pc:docMk/>
            <pc:sldMk cId="3542757772" sldId="337"/>
            <ac:inkMk id="9" creationId="{E7972A79-B35F-F84D-8E90-466442816FE3}"/>
          </ac:inkMkLst>
        </pc:inkChg>
      </pc:sldChg>
      <pc:sldChg chg="addSp modSp">
        <pc:chgData name="Marianne Freeman" userId="1199072752_tp_dropbox" providerId="OAuth2" clId="{F5FA2F9B-21B4-0E40-ADEF-8DE7A96EE0A5}" dt="2018-09-24T01:58:35.445" v="50"/>
        <pc:sldMkLst>
          <pc:docMk/>
          <pc:sldMk cId="4237231101" sldId="338"/>
        </pc:sldMkLst>
        <pc:spChg chg="mod">
          <ac:chgData name="Marianne Freeman" userId="1199072752_tp_dropbox" providerId="OAuth2" clId="{F5FA2F9B-21B4-0E40-ADEF-8DE7A96EE0A5}" dt="2018-09-24T01:58:18.248" v="48" actId="20577"/>
          <ac:spMkLst>
            <pc:docMk/>
            <pc:sldMk cId="4237231101" sldId="338"/>
            <ac:spMk id="3" creationId="{00000000-0000-0000-0000-000000000000}"/>
          </ac:spMkLst>
        </pc:spChg>
        <pc:inkChg chg="add">
          <ac:chgData name="Marianne Freeman" userId="1199072752_tp_dropbox" providerId="OAuth2" clId="{F5FA2F9B-21B4-0E40-ADEF-8DE7A96EE0A5}" dt="2018-09-24T01:58:01.046" v="37"/>
          <ac:inkMkLst>
            <pc:docMk/>
            <pc:sldMk cId="4237231101" sldId="338"/>
            <ac:inkMk id="5" creationId="{13B8E9A2-7CCF-4A49-9AC8-11F681865EED}"/>
          </ac:inkMkLst>
        </pc:inkChg>
        <pc:inkChg chg="add">
          <ac:chgData name="Marianne Freeman" userId="1199072752_tp_dropbox" providerId="OAuth2" clId="{F5FA2F9B-21B4-0E40-ADEF-8DE7A96EE0A5}" dt="2018-09-24T01:58:33.371" v="49"/>
          <ac:inkMkLst>
            <pc:docMk/>
            <pc:sldMk cId="4237231101" sldId="338"/>
            <ac:inkMk id="6" creationId="{CCDC0DAD-5F7C-B843-89A1-12776FA5C4DE}"/>
          </ac:inkMkLst>
        </pc:inkChg>
        <pc:inkChg chg="add">
          <ac:chgData name="Marianne Freeman" userId="1199072752_tp_dropbox" providerId="OAuth2" clId="{F5FA2F9B-21B4-0E40-ADEF-8DE7A96EE0A5}" dt="2018-09-24T01:58:35.445" v="50"/>
          <ac:inkMkLst>
            <pc:docMk/>
            <pc:sldMk cId="4237231101" sldId="338"/>
            <ac:inkMk id="7" creationId="{15C3617A-4D79-714F-8791-D4AB141A32D5}"/>
          </ac:inkMkLst>
        </pc:inkChg>
      </pc:sldChg>
      <pc:sldChg chg="addSp modSp">
        <pc:chgData name="Marianne Freeman" userId="1199072752_tp_dropbox" providerId="OAuth2" clId="{F5FA2F9B-21B4-0E40-ADEF-8DE7A96EE0A5}" dt="2018-09-24T01:58:49.449" v="52" actId="20577"/>
        <pc:sldMkLst>
          <pc:docMk/>
          <pc:sldMk cId="245991061" sldId="339"/>
        </pc:sldMkLst>
        <pc:spChg chg="mod">
          <ac:chgData name="Marianne Freeman" userId="1199072752_tp_dropbox" providerId="OAuth2" clId="{F5FA2F9B-21B4-0E40-ADEF-8DE7A96EE0A5}" dt="2018-09-24T01:58:49.449" v="52" actId="20577"/>
          <ac:spMkLst>
            <pc:docMk/>
            <pc:sldMk cId="245991061" sldId="339"/>
            <ac:spMk id="3" creationId="{00000000-0000-0000-0000-000000000000}"/>
          </ac:spMkLst>
        </pc:spChg>
        <pc:inkChg chg="add">
          <ac:chgData name="Marianne Freeman" userId="1199072752_tp_dropbox" providerId="OAuth2" clId="{F5FA2F9B-21B4-0E40-ADEF-8DE7A96EE0A5}" dt="2018-09-24T01:58:44.520" v="51"/>
          <ac:inkMkLst>
            <pc:docMk/>
            <pc:sldMk cId="245991061" sldId="339"/>
            <ac:inkMk id="5" creationId="{E1FED169-D955-8344-815D-91CE8EDF4C00}"/>
          </ac:inkMkLst>
        </pc:inkChg>
      </pc:sldChg>
      <pc:sldChg chg="addSp modSp">
        <pc:chgData name="Marianne Freeman" userId="1199072752_tp_dropbox" providerId="OAuth2" clId="{F5FA2F9B-21B4-0E40-ADEF-8DE7A96EE0A5}" dt="2018-09-24T01:59:17.693" v="54"/>
        <pc:sldMkLst>
          <pc:docMk/>
          <pc:sldMk cId="2977552743" sldId="340"/>
        </pc:sldMkLst>
        <pc:spChg chg="mod">
          <ac:chgData name="Marianne Freeman" userId="1199072752_tp_dropbox" providerId="OAuth2" clId="{F5FA2F9B-21B4-0E40-ADEF-8DE7A96EE0A5}" dt="2018-09-24T01:59:03.539" v="53" actId="20577"/>
          <ac:spMkLst>
            <pc:docMk/>
            <pc:sldMk cId="2977552743" sldId="340"/>
            <ac:spMk id="3" creationId="{00000000-0000-0000-0000-000000000000}"/>
          </ac:spMkLst>
        </pc:spChg>
        <pc:inkChg chg="add">
          <ac:chgData name="Marianne Freeman" userId="1199072752_tp_dropbox" providerId="OAuth2" clId="{F5FA2F9B-21B4-0E40-ADEF-8DE7A96EE0A5}" dt="2018-09-24T01:59:17.693" v="54"/>
          <ac:inkMkLst>
            <pc:docMk/>
            <pc:sldMk cId="2977552743" sldId="340"/>
            <ac:inkMk id="5" creationId="{C9128256-BA36-5D4B-8B05-52F99B68A88B}"/>
          </ac:inkMkLst>
        </pc:inkChg>
      </pc:sldChg>
      <pc:sldChg chg="addSp modSp">
        <pc:chgData name="Marianne Freeman" userId="1199072752_tp_dropbox" providerId="OAuth2" clId="{F5FA2F9B-21B4-0E40-ADEF-8DE7A96EE0A5}" dt="2018-09-24T01:59:59.418" v="59" actId="20577"/>
        <pc:sldMkLst>
          <pc:docMk/>
          <pc:sldMk cId="3766787989" sldId="342"/>
        </pc:sldMkLst>
        <pc:spChg chg="mod">
          <ac:chgData name="Marianne Freeman" userId="1199072752_tp_dropbox" providerId="OAuth2" clId="{F5FA2F9B-21B4-0E40-ADEF-8DE7A96EE0A5}" dt="2018-09-24T01:59:59.418" v="59" actId="20577"/>
          <ac:spMkLst>
            <pc:docMk/>
            <pc:sldMk cId="3766787989" sldId="342"/>
            <ac:spMk id="3" creationId="{00000000-0000-0000-0000-000000000000}"/>
          </ac:spMkLst>
        </pc:spChg>
        <pc:inkChg chg="add">
          <ac:chgData name="Marianne Freeman" userId="1199072752_tp_dropbox" providerId="OAuth2" clId="{F5FA2F9B-21B4-0E40-ADEF-8DE7A96EE0A5}" dt="2018-09-24T01:59:37.891" v="55"/>
          <ac:inkMkLst>
            <pc:docMk/>
            <pc:sldMk cId="3766787989" sldId="342"/>
            <ac:inkMk id="5" creationId="{C8B9BA65-ECE3-894D-A5F7-69A7BDC8DC21}"/>
          </ac:inkMkLst>
        </pc:inkChg>
      </pc:sldChg>
      <pc:sldChg chg="addSp modSp">
        <pc:chgData name="Marianne Freeman" userId="1199072752_tp_dropbox" providerId="OAuth2" clId="{F5FA2F9B-21B4-0E40-ADEF-8DE7A96EE0A5}" dt="2018-09-24T02:00:23.198" v="63"/>
        <pc:sldMkLst>
          <pc:docMk/>
          <pc:sldMk cId="3840462141" sldId="343"/>
        </pc:sldMkLst>
        <pc:spChg chg="mod">
          <ac:chgData name="Marianne Freeman" userId="1199072752_tp_dropbox" providerId="OAuth2" clId="{F5FA2F9B-21B4-0E40-ADEF-8DE7A96EE0A5}" dt="2018-09-24T02:00:16.042" v="61" actId="20577"/>
          <ac:spMkLst>
            <pc:docMk/>
            <pc:sldMk cId="3840462141" sldId="343"/>
            <ac:spMk id="3" creationId="{00000000-0000-0000-0000-000000000000}"/>
          </ac:spMkLst>
        </pc:spChg>
        <pc:inkChg chg="add">
          <ac:chgData name="Marianne Freeman" userId="1199072752_tp_dropbox" providerId="OAuth2" clId="{F5FA2F9B-21B4-0E40-ADEF-8DE7A96EE0A5}" dt="2018-09-24T02:00:21.493" v="62"/>
          <ac:inkMkLst>
            <pc:docMk/>
            <pc:sldMk cId="3840462141" sldId="343"/>
            <ac:inkMk id="5" creationId="{5A67168C-6956-CD48-8591-FDAA43BA874A}"/>
          </ac:inkMkLst>
        </pc:inkChg>
        <pc:inkChg chg="add">
          <ac:chgData name="Marianne Freeman" userId="1199072752_tp_dropbox" providerId="OAuth2" clId="{F5FA2F9B-21B4-0E40-ADEF-8DE7A96EE0A5}" dt="2018-09-24T02:00:23.198" v="63"/>
          <ac:inkMkLst>
            <pc:docMk/>
            <pc:sldMk cId="3840462141" sldId="343"/>
            <ac:inkMk id="6" creationId="{342C10E8-C096-6045-8C77-E6CD7D59AE39}"/>
          </ac:inkMkLst>
        </pc:inkChg>
      </pc:sldChg>
      <pc:sldChg chg="modSp">
        <pc:chgData name="Marianne Freeman" userId="1199072752_tp_dropbox" providerId="OAuth2" clId="{F5FA2F9B-21B4-0E40-ADEF-8DE7A96EE0A5}" dt="2018-09-24T01:23:26.122" v="8" actId="20577"/>
        <pc:sldMkLst>
          <pc:docMk/>
          <pc:sldMk cId="848532354" sldId="346"/>
        </pc:sldMkLst>
        <pc:graphicFrameChg chg="modGraphic">
          <ac:chgData name="Marianne Freeman" userId="1199072752_tp_dropbox" providerId="OAuth2" clId="{F5FA2F9B-21B4-0E40-ADEF-8DE7A96EE0A5}" dt="2018-09-24T01:23:26.122" v="8" actId="20577"/>
          <ac:graphicFrameMkLst>
            <pc:docMk/>
            <pc:sldMk cId="848532354" sldId="346"/>
            <ac:graphicFrameMk id="5" creationId="{00000000-0000-0000-0000-000000000000}"/>
          </ac:graphicFrameMkLst>
        </pc:graphicFrameChg>
      </pc:sldChg>
      <pc:sldChg chg="addSp delSp modSp">
        <pc:chgData name="Marianne Freeman" userId="1199072752_tp_dropbox" providerId="OAuth2" clId="{F5FA2F9B-21B4-0E40-ADEF-8DE7A96EE0A5}" dt="2018-09-24T02:01:08.505" v="69"/>
        <pc:sldMkLst>
          <pc:docMk/>
          <pc:sldMk cId="2643281678" sldId="347"/>
        </pc:sldMkLst>
        <pc:spChg chg="mod">
          <ac:chgData name="Marianne Freeman" userId="1199072752_tp_dropbox" providerId="OAuth2" clId="{F5FA2F9B-21B4-0E40-ADEF-8DE7A96EE0A5}" dt="2018-09-24T02:00:59.453" v="68" actId="20577"/>
          <ac:spMkLst>
            <pc:docMk/>
            <pc:sldMk cId="2643281678" sldId="347"/>
            <ac:spMk id="3" creationId="{00000000-0000-0000-0000-000000000000}"/>
          </ac:spMkLst>
        </pc:spChg>
        <pc:inkChg chg="add del">
          <ac:chgData name="Marianne Freeman" userId="1199072752_tp_dropbox" providerId="OAuth2" clId="{F5FA2F9B-21B4-0E40-ADEF-8DE7A96EE0A5}" dt="2018-09-24T02:00:53.212" v="67"/>
          <ac:inkMkLst>
            <pc:docMk/>
            <pc:sldMk cId="2643281678" sldId="347"/>
            <ac:inkMk id="5" creationId="{AD4D5C15-6202-074A-9945-40B9024A9B14}"/>
          </ac:inkMkLst>
        </pc:inkChg>
        <pc:inkChg chg="add del">
          <ac:chgData name="Marianne Freeman" userId="1199072752_tp_dropbox" providerId="OAuth2" clId="{F5FA2F9B-21B4-0E40-ADEF-8DE7A96EE0A5}" dt="2018-09-24T02:00:50.476" v="66"/>
          <ac:inkMkLst>
            <pc:docMk/>
            <pc:sldMk cId="2643281678" sldId="347"/>
            <ac:inkMk id="6" creationId="{3A39FFA5-EAAA-DE41-B580-850F2896680D}"/>
          </ac:inkMkLst>
        </pc:inkChg>
        <pc:inkChg chg="add">
          <ac:chgData name="Marianne Freeman" userId="1199072752_tp_dropbox" providerId="OAuth2" clId="{F5FA2F9B-21B4-0E40-ADEF-8DE7A96EE0A5}" dt="2018-09-24T02:01:08.505" v="69"/>
          <ac:inkMkLst>
            <pc:docMk/>
            <pc:sldMk cId="2643281678" sldId="347"/>
            <ac:inkMk id="7" creationId="{27B4BB89-A132-C34E-B080-1DBA9FB6BF10}"/>
          </ac:inkMkLst>
        </pc:inkChg>
      </pc:sldChg>
      <pc:sldChg chg="addSp modSp">
        <pc:chgData name="Marianne Freeman" userId="1199072752_tp_dropbox" providerId="OAuth2" clId="{F5FA2F9B-21B4-0E40-ADEF-8DE7A96EE0A5}" dt="2018-09-24T02:02:10.224" v="73"/>
        <pc:sldMkLst>
          <pc:docMk/>
          <pc:sldMk cId="478486677" sldId="348"/>
        </pc:sldMkLst>
        <pc:spChg chg="mod">
          <ac:chgData name="Marianne Freeman" userId="1199072752_tp_dropbox" providerId="OAuth2" clId="{F5FA2F9B-21B4-0E40-ADEF-8DE7A96EE0A5}" dt="2018-09-24T02:01:59.808" v="71" actId="20577"/>
          <ac:spMkLst>
            <pc:docMk/>
            <pc:sldMk cId="478486677" sldId="348"/>
            <ac:spMk id="3" creationId="{00000000-0000-0000-0000-000000000000}"/>
          </ac:spMkLst>
        </pc:spChg>
        <pc:inkChg chg="add">
          <ac:chgData name="Marianne Freeman" userId="1199072752_tp_dropbox" providerId="OAuth2" clId="{F5FA2F9B-21B4-0E40-ADEF-8DE7A96EE0A5}" dt="2018-09-24T02:02:08.809" v="72"/>
          <ac:inkMkLst>
            <pc:docMk/>
            <pc:sldMk cId="478486677" sldId="348"/>
            <ac:inkMk id="5" creationId="{492A481B-4AC4-3542-ADEB-A131B34EEFAB}"/>
          </ac:inkMkLst>
        </pc:inkChg>
        <pc:inkChg chg="add">
          <ac:chgData name="Marianne Freeman" userId="1199072752_tp_dropbox" providerId="OAuth2" clId="{F5FA2F9B-21B4-0E40-ADEF-8DE7A96EE0A5}" dt="2018-09-24T02:02:10.224" v="73"/>
          <ac:inkMkLst>
            <pc:docMk/>
            <pc:sldMk cId="478486677" sldId="348"/>
            <ac:inkMk id="6" creationId="{EA503CD7-9861-EF44-8A42-5D5FFEED57C8}"/>
          </ac:inkMkLst>
        </pc:inkChg>
      </pc:sldChg>
      <pc:sldChg chg="addSp modSp">
        <pc:chgData name="Marianne Freeman" userId="1199072752_tp_dropbox" providerId="OAuth2" clId="{F5FA2F9B-21B4-0E40-ADEF-8DE7A96EE0A5}" dt="2018-09-24T02:02:56.417" v="77"/>
        <pc:sldMkLst>
          <pc:docMk/>
          <pc:sldMk cId="2437872226" sldId="349"/>
        </pc:sldMkLst>
        <pc:spChg chg="mod">
          <ac:chgData name="Marianne Freeman" userId="1199072752_tp_dropbox" providerId="OAuth2" clId="{F5FA2F9B-21B4-0E40-ADEF-8DE7A96EE0A5}" dt="2018-09-24T02:02:42.182" v="75" actId="20577"/>
          <ac:spMkLst>
            <pc:docMk/>
            <pc:sldMk cId="2437872226" sldId="349"/>
            <ac:spMk id="3" creationId="{00000000-0000-0000-0000-000000000000}"/>
          </ac:spMkLst>
        </pc:spChg>
        <pc:inkChg chg="add">
          <ac:chgData name="Marianne Freeman" userId="1199072752_tp_dropbox" providerId="OAuth2" clId="{F5FA2F9B-21B4-0E40-ADEF-8DE7A96EE0A5}" dt="2018-09-24T02:02:54.471" v="76"/>
          <ac:inkMkLst>
            <pc:docMk/>
            <pc:sldMk cId="2437872226" sldId="349"/>
            <ac:inkMk id="5" creationId="{55BD2EBC-04E9-244E-8169-F1C0B75B1C7C}"/>
          </ac:inkMkLst>
        </pc:inkChg>
        <pc:inkChg chg="add">
          <ac:chgData name="Marianne Freeman" userId="1199072752_tp_dropbox" providerId="OAuth2" clId="{F5FA2F9B-21B4-0E40-ADEF-8DE7A96EE0A5}" dt="2018-09-24T02:02:56.417" v="77"/>
          <ac:inkMkLst>
            <pc:docMk/>
            <pc:sldMk cId="2437872226" sldId="349"/>
            <ac:inkMk id="6" creationId="{F35197E7-2281-D64D-AD71-1192105DD045}"/>
          </ac:inkMkLst>
        </pc:inkChg>
      </pc:sldChg>
      <pc:sldChg chg="addSp delSp modSp">
        <pc:chgData name="Marianne Freeman" userId="1199072752_tp_dropbox" providerId="OAuth2" clId="{F5FA2F9B-21B4-0E40-ADEF-8DE7A96EE0A5}" dt="2018-09-24T02:04:50.285" v="85"/>
        <pc:sldMkLst>
          <pc:docMk/>
          <pc:sldMk cId="2780540386" sldId="351"/>
        </pc:sldMkLst>
        <pc:spChg chg="mod">
          <ac:chgData name="Marianne Freeman" userId="1199072752_tp_dropbox" providerId="OAuth2" clId="{F5FA2F9B-21B4-0E40-ADEF-8DE7A96EE0A5}" dt="2018-09-24T02:04:26.726" v="83" actId="20577"/>
          <ac:spMkLst>
            <pc:docMk/>
            <pc:sldMk cId="2780540386" sldId="351"/>
            <ac:spMk id="3" creationId="{00000000-0000-0000-0000-000000000000}"/>
          </ac:spMkLst>
        </pc:spChg>
        <pc:inkChg chg="add del">
          <ac:chgData name="Marianne Freeman" userId="1199072752_tp_dropbox" providerId="OAuth2" clId="{F5FA2F9B-21B4-0E40-ADEF-8DE7A96EE0A5}" dt="2018-09-24T02:04:16.887" v="81"/>
          <ac:inkMkLst>
            <pc:docMk/>
            <pc:sldMk cId="2780540386" sldId="351"/>
            <ac:inkMk id="5" creationId="{F01C630F-849E-3846-B180-BC767CDC5459}"/>
          </ac:inkMkLst>
        </pc:inkChg>
        <pc:inkChg chg="add del">
          <ac:chgData name="Marianne Freeman" userId="1199072752_tp_dropbox" providerId="OAuth2" clId="{F5FA2F9B-21B4-0E40-ADEF-8DE7A96EE0A5}" dt="2018-09-24T02:04:15.139" v="80"/>
          <ac:inkMkLst>
            <pc:docMk/>
            <pc:sldMk cId="2780540386" sldId="351"/>
            <ac:inkMk id="6" creationId="{3BEC94A9-D1FD-0D4F-B630-EA13422907BB}"/>
          </ac:inkMkLst>
        </pc:inkChg>
        <pc:inkChg chg="add">
          <ac:chgData name="Marianne Freeman" userId="1199072752_tp_dropbox" providerId="OAuth2" clId="{F5FA2F9B-21B4-0E40-ADEF-8DE7A96EE0A5}" dt="2018-09-24T02:04:49.029" v="84"/>
          <ac:inkMkLst>
            <pc:docMk/>
            <pc:sldMk cId="2780540386" sldId="351"/>
            <ac:inkMk id="7" creationId="{81D5FBF1-C2C5-0C4C-B0F6-F3E81423A648}"/>
          </ac:inkMkLst>
        </pc:inkChg>
        <pc:inkChg chg="add">
          <ac:chgData name="Marianne Freeman" userId="1199072752_tp_dropbox" providerId="OAuth2" clId="{F5FA2F9B-21B4-0E40-ADEF-8DE7A96EE0A5}" dt="2018-09-24T02:04:50.285" v="85"/>
          <ac:inkMkLst>
            <pc:docMk/>
            <pc:sldMk cId="2780540386" sldId="351"/>
            <ac:inkMk id="8" creationId="{88FC147B-0C18-6549-85E1-B1E54979B05B}"/>
          </ac:inkMkLst>
        </pc:inkChg>
      </pc:sldChg>
      <pc:sldChg chg="addSp delSp modSp">
        <pc:chgData name="Marianne Freeman" userId="1199072752_tp_dropbox" providerId="OAuth2" clId="{F5FA2F9B-21B4-0E40-ADEF-8DE7A96EE0A5}" dt="2018-09-24T02:06:49.237" v="109"/>
        <pc:sldMkLst>
          <pc:docMk/>
          <pc:sldMk cId="4110532649" sldId="352"/>
        </pc:sldMkLst>
        <pc:spChg chg="mod">
          <ac:chgData name="Marianne Freeman" userId="1199072752_tp_dropbox" providerId="OAuth2" clId="{F5FA2F9B-21B4-0E40-ADEF-8DE7A96EE0A5}" dt="2018-09-24T02:06:33.475" v="104" actId="20577"/>
          <ac:spMkLst>
            <pc:docMk/>
            <pc:sldMk cId="4110532649" sldId="352"/>
            <ac:spMk id="3" creationId="{00000000-0000-0000-0000-000000000000}"/>
          </ac:spMkLst>
        </pc:spChg>
        <pc:inkChg chg="add del">
          <ac:chgData name="Marianne Freeman" userId="1199072752_tp_dropbox" providerId="OAuth2" clId="{F5FA2F9B-21B4-0E40-ADEF-8DE7A96EE0A5}" dt="2018-09-24T02:05:16.039" v="89"/>
          <ac:inkMkLst>
            <pc:docMk/>
            <pc:sldMk cId="4110532649" sldId="352"/>
            <ac:inkMk id="5" creationId="{C71AD731-ED48-CA42-AE36-5673134EE4A8}"/>
          </ac:inkMkLst>
        </pc:inkChg>
        <pc:inkChg chg="add del">
          <ac:chgData name="Marianne Freeman" userId="1199072752_tp_dropbox" providerId="OAuth2" clId="{F5FA2F9B-21B4-0E40-ADEF-8DE7A96EE0A5}" dt="2018-09-24T02:05:14.283" v="88"/>
          <ac:inkMkLst>
            <pc:docMk/>
            <pc:sldMk cId="4110532649" sldId="352"/>
            <ac:inkMk id="6" creationId="{198183E6-78FB-194C-8D74-B5CC1E67F3E4}"/>
          </ac:inkMkLst>
        </pc:inkChg>
        <pc:inkChg chg="add">
          <ac:chgData name="Marianne Freeman" userId="1199072752_tp_dropbox" providerId="OAuth2" clId="{F5FA2F9B-21B4-0E40-ADEF-8DE7A96EE0A5}" dt="2018-09-24T02:06:41.577" v="105"/>
          <ac:inkMkLst>
            <pc:docMk/>
            <pc:sldMk cId="4110532649" sldId="352"/>
            <ac:inkMk id="7" creationId="{A9BE2D5C-80DF-124B-8B0B-F812EB3F595A}"/>
          </ac:inkMkLst>
        </pc:inkChg>
        <pc:inkChg chg="add">
          <ac:chgData name="Marianne Freeman" userId="1199072752_tp_dropbox" providerId="OAuth2" clId="{F5FA2F9B-21B4-0E40-ADEF-8DE7A96EE0A5}" dt="2018-09-24T02:06:43.737" v="106"/>
          <ac:inkMkLst>
            <pc:docMk/>
            <pc:sldMk cId="4110532649" sldId="352"/>
            <ac:inkMk id="8" creationId="{125D4B4D-E3D6-F544-9BA5-9040F0065D52}"/>
          </ac:inkMkLst>
        </pc:inkChg>
        <pc:inkChg chg="add">
          <ac:chgData name="Marianne Freeman" userId="1199072752_tp_dropbox" providerId="OAuth2" clId="{F5FA2F9B-21B4-0E40-ADEF-8DE7A96EE0A5}" dt="2018-09-24T02:06:45.398" v="107"/>
          <ac:inkMkLst>
            <pc:docMk/>
            <pc:sldMk cId="4110532649" sldId="352"/>
            <ac:inkMk id="9" creationId="{7DC9415D-4384-C946-B413-CF61B9355CE8}"/>
          </ac:inkMkLst>
        </pc:inkChg>
        <pc:inkChg chg="add">
          <ac:chgData name="Marianne Freeman" userId="1199072752_tp_dropbox" providerId="OAuth2" clId="{F5FA2F9B-21B4-0E40-ADEF-8DE7A96EE0A5}" dt="2018-09-24T02:06:47.679" v="108"/>
          <ac:inkMkLst>
            <pc:docMk/>
            <pc:sldMk cId="4110532649" sldId="352"/>
            <ac:inkMk id="10" creationId="{5EF449AD-5D34-6C4A-8F85-BFE9BF083675}"/>
          </ac:inkMkLst>
        </pc:inkChg>
        <pc:inkChg chg="add">
          <ac:chgData name="Marianne Freeman" userId="1199072752_tp_dropbox" providerId="OAuth2" clId="{F5FA2F9B-21B4-0E40-ADEF-8DE7A96EE0A5}" dt="2018-09-24T02:06:49.237" v="109"/>
          <ac:inkMkLst>
            <pc:docMk/>
            <pc:sldMk cId="4110532649" sldId="352"/>
            <ac:inkMk id="11" creationId="{990CE427-42B1-E041-BB87-6BCCAD734B10}"/>
          </ac:inkMkLst>
        </pc:inkChg>
      </pc:sldChg>
      <pc:sldChg chg="addSp delSp modSp">
        <pc:chgData name="Marianne Freeman" userId="1199072752_tp_dropbox" providerId="OAuth2" clId="{F5FA2F9B-21B4-0E40-ADEF-8DE7A96EE0A5}" dt="2018-09-24T02:08:04.272" v="115" actId="20577"/>
        <pc:sldMkLst>
          <pc:docMk/>
          <pc:sldMk cId="1929560546" sldId="353"/>
        </pc:sldMkLst>
        <pc:spChg chg="mod">
          <ac:chgData name="Marianne Freeman" userId="1199072752_tp_dropbox" providerId="OAuth2" clId="{F5FA2F9B-21B4-0E40-ADEF-8DE7A96EE0A5}" dt="2018-09-24T02:08:04.272" v="115" actId="20577"/>
          <ac:spMkLst>
            <pc:docMk/>
            <pc:sldMk cId="1929560546" sldId="353"/>
            <ac:spMk id="3" creationId="{00000000-0000-0000-0000-000000000000}"/>
          </ac:spMkLst>
        </pc:spChg>
        <pc:inkChg chg="add del">
          <ac:chgData name="Marianne Freeman" userId="1199072752_tp_dropbox" providerId="OAuth2" clId="{F5FA2F9B-21B4-0E40-ADEF-8DE7A96EE0A5}" dt="2018-09-24T02:07:26.227" v="111"/>
          <ac:inkMkLst>
            <pc:docMk/>
            <pc:sldMk cId="1929560546" sldId="353"/>
            <ac:inkMk id="5" creationId="{CBA5FCEC-A0DD-BF44-860A-4F3CBC97934D}"/>
          </ac:inkMkLst>
        </pc:inkChg>
        <pc:inkChg chg="add">
          <ac:chgData name="Marianne Freeman" userId="1199072752_tp_dropbox" providerId="OAuth2" clId="{F5FA2F9B-21B4-0E40-ADEF-8DE7A96EE0A5}" dt="2018-09-24T02:07:37.277" v="113"/>
          <ac:inkMkLst>
            <pc:docMk/>
            <pc:sldMk cId="1929560546" sldId="353"/>
            <ac:inkMk id="6" creationId="{05AFEA22-2CF7-F04B-AF47-D92147E2D428}"/>
          </ac:inkMkLst>
        </pc:inkChg>
        <pc:inkChg chg="add">
          <ac:chgData name="Marianne Freeman" userId="1199072752_tp_dropbox" providerId="OAuth2" clId="{F5FA2F9B-21B4-0E40-ADEF-8DE7A96EE0A5}" dt="2018-09-24T02:07:59.157" v="114"/>
          <ac:inkMkLst>
            <pc:docMk/>
            <pc:sldMk cId="1929560546" sldId="353"/>
            <ac:inkMk id="7" creationId="{99F75689-900E-724F-ADF2-78BAADA46113}"/>
          </ac:inkMkLst>
        </pc:inkChg>
      </pc:sldChg>
      <pc:sldChg chg="addSp modSp">
        <pc:chgData name="Marianne Freeman" userId="1199072752_tp_dropbox" providerId="OAuth2" clId="{F5FA2F9B-21B4-0E40-ADEF-8DE7A96EE0A5}" dt="2018-09-24T02:10:57.315" v="119"/>
        <pc:sldMkLst>
          <pc:docMk/>
          <pc:sldMk cId="815961036" sldId="354"/>
        </pc:sldMkLst>
        <pc:spChg chg="mod">
          <ac:chgData name="Marianne Freeman" userId="1199072752_tp_dropbox" providerId="OAuth2" clId="{F5FA2F9B-21B4-0E40-ADEF-8DE7A96EE0A5}" dt="2018-09-24T02:10:44.895" v="117" actId="20577"/>
          <ac:spMkLst>
            <pc:docMk/>
            <pc:sldMk cId="815961036" sldId="354"/>
            <ac:spMk id="3" creationId="{00000000-0000-0000-0000-000000000000}"/>
          </ac:spMkLst>
        </pc:spChg>
        <pc:inkChg chg="add">
          <ac:chgData name="Marianne Freeman" userId="1199072752_tp_dropbox" providerId="OAuth2" clId="{F5FA2F9B-21B4-0E40-ADEF-8DE7A96EE0A5}" dt="2018-09-24T02:10:56.078" v="118"/>
          <ac:inkMkLst>
            <pc:docMk/>
            <pc:sldMk cId="815961036" sldId="354"/>
            <ac:inkMk id="5" creationId="{11EBBF04-50DA-FD4B-B63E-A5526E0EE500}"/>
          </ac:inkMkLst>
        </pc:inkChg>
        <pc:inkChg chg="add">
          <ac:chgData name="Marianne Freeman" userId="1199072752_tp_dropbox" providerId="OAuth2" clId="{F5FA2F9B-21B4-0E40-ADEF-8DE7A96EE0A5}" dt="2018-09-24T02:10:57.315" v="119"/>
          <ac:inkMkLst>
            <pc:docMk/>
            <pc:sldMk cId="815961036" sldId="354"/>
            <ac:inkMk id="6" creationId="{F53F6642-B4DD-B648-B7EC-2A41296973DC}"/>
          </ac:inkMkLst>
        </pc:inkChg>
      </pc:sldChg>
      <pc:sldChg chg="addSp modSp">
        <pc:chgData name="Marianne Freeman" userId="1199072752_tp_dropbox" providerId="OAuth2" clId="{F5FA2F9B-21B4-0E40-ADEF-8DE7A96EE0A5}" dt="2018-09-24T02:11:31.289" v="121"/>
        <pc:sldMkLst>
          <pc:docMk/>
          <pc:sldMk cId="2349229873" sldId="355"/>
        </pc:sldMkLst>
        <pc:spChg chg="mod">
          <ac:chgData name="Marianne Freeman" userId="1199072752_tp_dropbox" providerId="OAuth2" clId="{F5FA2F9B-21B4-0E40-ADEF-8DE7A96EE0A5}" dt="2018-09-24T02:11:10.006" v="120" actId="20577"/>
          <ac:spMkLst>
            <pc:docMk/>
            <pc:sldMk cId="2349229873" sldId="355"/>
            <ac:spMk id="3" creationId="{00000000-0000-0000-0000-000000000000}"/>
          </ac:spMkLst>
        </pc:spChg>
        <pc:inkChg chg="add">
          <ac:chgData name="Marianne Freeman" userId="1199072752_tp_dropbox" providerId="OAuth2" clId="{F5FA2F9B-21B4-0E40-ADEF-8DE7A96EE0A5}" dt="2018-09-24T02:11:31.289" v="121"/>
          <ac:inkMkLst>
            <pc:docMk/>
            <pc:sldMk cId="2349229873" sldId="355"/>
            <ac:inkMk id="5" creationId="{C77D957B-02D3-DA47-B1CC-BF918C5DA6C6}"/>
          </ac:inkMkLst>
        </pc:ink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939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nSpc>
                <a:spcPct val="100000"/>
              </a:lnSpc>
              <a:spcBef>
                <a:spcPct val="0"/>
              </a:spcBef>
              <a:buFontTx/>
              <a:buNone/>
              <a:defRPr sz="1200" dirty="0"/>
            </a:lvl1pPr>
          </a:lstStyle>
          <a:p>
            <a:pPr>
              <a:defRPr/>
            </a:pPr>
            <a:endParaRPr lang="en-US" dirty="0"/>
          </a:p>
        </p:txBody>
      </p:sp>
      <p:sp>
        <p:nvSpPr>
          <p:cNvPr id="59395" name="Rectangle 3"/>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lnSpc>
                <a:spcPct val="100000"/>
              </a:lnSpc>
              <a:spcBef>
                <a:spcPct val="0"/>
              </a:spcBef>
              <a:buFontTx/>
              <a:buNone/>
              <a:defRPr sz="1200" dirty="0"/>
            </a:lvl1pPr>
          </a:lstStyle>
          <a:p>
            <a:pPr>
              <a:defRPr/>
            </a:pPr>
            <a:endParaRPr lang="en-US" dirty="0"/>
          </a:p>
        </p:txBody>
      </p:sp>
      <p:sp>
        <p:nvSpPr>
          <p:cNvPr id="59396" name="Rectangle 4"/>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nSpc>
                <a:spcPct val="100000"/>
              </a:lnSpc>
              <a:spcBef>
                <a:spcPct val="0"/>
              </a:spcBef>
              <a:buFontTx/>
              <a:buNone/>
              <a:defRPr sz="1200" dirty="0"/>
            </a:lvl1pPr>
          </a:lstStyle>
          <a:p>
            <a:pPr>
              <a:defRPr/>
            </a:pPr>
            <a:endParaRPr lang="en-US" dirty="0"/>
          </a:p>
        </p:txBody>
      </p:sp>
      <p:sp>
        <p:nvSpPr>
          <p:cNvPr id="59397" name="Rectangle 5"/>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lnSpc>
                <a:spcPct val="100000"/>
              </a:lnSpc>
              <a:spcBef>
                <a:spcPct val="0"/>
              </a:spcBef>
              <a:buFontTx/>
              <a:buNone/>
              <a:defRPr sz="1200"/>
            </a:lvl1pPr>
          </a:lstStyle>
          <a:p>
            <a:pPr>
              <a:defRPr/>
            </a:pPr>
            <a:fld id="{4C7AC561-FEF4-4564-B1BB-B4891A40ACD7}" type="slidenum">
              <a:rPr lang="en-US"/>
              <a:pPr>
                <a:defRPr/>
              </a:pPr>
              <a:t>‹#›</a:t>
            </a:fld>
            <a:endParaRPr lang="en-US" dirty="0"/>
          </a:p>
        </p:txBody>
      </p:sp>
    </p:spTree>
    <p:extLst>
      <p:ext uri="{BB962C8B-B14F-4D97-AF65-F5344CB8AC3E}">
        <p14:creationId xmlns:p14="http://schemas.microsoft.com/office/powerpoint/2010/main" val="256297469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86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nSpc>
                <a:spcPct val="100000"/>
              </a:lnSpc>
              <a:spcBef>
                <a:spcPct val="0"/>
              </a:spcBef>
              <a:buFontTx/>
              <a:buNone/>
              <a:defRPr sz="1200" dirty="0"/>
            </a:lvl1pPr>
          </a:lstStyle>
          <a:p>
            <a:pPr>
              <a:defRPr/>
            </a:pPr>
            <a:endParaRPr lang="en-US" dirty="0"/>
          </a:p>
        </p:txBody>
      </p:sp>
      <p:sp>
        <p:nvSpPr>
          <p:cNvPr id="36867"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lnSpc>
                <a:spcPct val="100000"/>
              </a:lnSpc>
              <a:spcBef>
                <a:spcPct val="0"/>
              </a:spcBef>
              <a:buFontTx/>
              <a:buNone/>
              <a:defRPr sz="1200" dirty="0"/>
            </a:lvl1pPr>
          </a:lstStyle>
          <a:p>
            <a:pPr>
              <a:defRPr/>
            </a:pPr>
            <a:endParaRPr lang="en-US" dirty="0"/>
          </a:p>
        </p:txBody>
      </p:sp>
      <p:sp>
        <p:nvSpPr>
          <p:cNvPr id="58372"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36869"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6870"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nSpc>
                <a:spcPct val="100000"/>
              </a:lnSpc>
              <a:spcBef>
                <a:spcPct val="0"/>
              </a:spcBef>
              <a:buFontTx/>
              <a:buNone/>
              <a:defRPr sz="1200" dirty="0"/>
            </a:lvl1pPr>
          </a:lstStyle>
          <a:p>
            <a:pPr>
              <a:defRPr/>
            </a:pPr>
            <a:endParaRPr lang="en-US" dirty="0"/>
          </a:p>
        </p:txBody>
      </p:sp>
      <p:sp>
        <p:nvSpPr>
          <p:cNvPr id="36871"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lnSpc>
                <a:spcPct val="100000"/>
              </a:lnSpc>
              <a:spcBef>
                <a:spcPct val="0"/>
              </a:spcBef>
              <a:buFontTx/>
              <a:buNone/>
              <a:defRPr sz="1200"/>
            </a:lvl1pPr>
          </a:lstStyle>
          <a:p>
            <a:pPr>
              <a:defRPr/>
            </a:pPr>
            <a:fld id="{D4FD6BFF-8DB4-463C-8B03-99A14BC43E25}" type="slidenum">
              <a:rPr lang="en-US"/>
              <a:pPr>
                <a:defRPr/>
              </a:pPr>
              <a:t>‹#›</a:t>
            </a:fld>
            <a:endParaRPr lang="en-US" dirty="0"/>
          </a:p>
        </p:txBody>
      </p:sp>
    </p:spTree>
    <p:extLst>
      <p:ext uri="{BB962C8B-B14F-4D97-AF65-F5344CB8AC3E}">
        <p14:creationId xmlns:p14="http://schemas.microsoft.com/office/powerpoint/2010/main" val="137465637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Image Placeholder 1"/>
          <p:cNvSpPr>
            <a:spLocks noGrp="1" noRot="1" noChangeAspect="1" noTextEdit="1"/>
          </p:cNvSpPr>
          <p:nvPr>
            <p:ph type="sldImg"/>
          </p:nvPr>
        </p:nvSpPr>
        <p:spPr>
          <a:ln/>
        </p:spPr>
      </p:sp>
      <p:sp>
        <p:nvSpPr>
          <p:cNvPr id="59395" name="Notes Placeholder 2"/>
          <p:cNvSpPr>
            <a:spLocks noGrp="1"/>
          </p:cNvSpPr>
          <p:nvPr>
            <p:ph type="body" idx="1"/>
          </p:nvPr>
        </p:nvSpPr>
        <p:spPr>
          <a:noFill/>
          <a:ln/>
        </p:spPr>
        <p:txBody>
          <a:bodyPr/>
          <a:lstStyle/>
          <a:p>
            <a:pPr eaLnBrk="1" hangingPunct="1"/>
            <a:endParaRPr lang="en-US" dirty="0"/>
          </a:p>
        </p:txBody>
      </p:sp>
      <p:sp>
        <p:nvSpPr>
          <p:cNvPr id="59396" name="Slide Number Placeholder 3"/>
          <p:cNvSpPr>
            <a:spLocks noGrp="1"/>
          </p:cNvSpPr>
          <p:nvPr>
            <p:ph type="sldNum" sz="quarter" idx="5"/>
          </p:nvPr>
        </p:nvSpPr>
        <p:spPr>
          <a:noFill/>
        </p:spPr>
        <p:txBody>
          <a:bodyPr/>
          <a:lstStyle/>
          <a:p>
            <a:fld id="{86EC327F-7E80-4D08-B8B0-0F574A3B94BC}" type="slidenum">
              <a:rPr lang="en-US" smtClean="0"/>
              <a:pPr/>
              <a:t>1</a:t>
            </a:fld>
            <a:endParaRPr lang="en-US" dirty="0"/>
          </a:p>
        </p:txBody>
      </p:sp>
    </p:spTree>
    <p:extLst>
      <p:ext uri="{BB962C8B-B14F-4D97-AF65-F5344CB8AC3E}">
        <p14:creationId xmlns:p14="http://schemas.microsoft.com/office/powerpoint/2010/main" val="25048733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Footer Placeholder 2"/>
          <p:cNvSpPr>
            <a:spLocks noGrp="1"/>
          </p:cNvSpPr>
          <p:nvPr>
            <p:ph type="ftr" sz="quarter" idx="10"/>
          </p:nvPr>
        </p:nvSpPr>
        <p:spPr/>
        <p:txBody>
          <a:bodyPr/>
          <a:lstStyle/>
          <a:p>
            <a:pPr>
              <a:defRPr/>
            </a:pPr>
            <a:r>
              <a:rPr lang="en-US" dirty="0"/>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7772465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Title Slide/Divider Option 1">
    <p:spTree>
      <p:nvGrpSpPr>
        <p:cNvPr id="1" name=""/>
        <p:cNvGrpSpPr/>
        <p:nvPr/>
      </p:nvGrpSpPr>
      <p:grpSpPr>
        <a:xfrm>
          <a:off x="0" y="0"/>
          <a:ext cx="0" cy="0"/>
          <a:chOff x="0" y="0"/>
          <a:chExt cx="0" cy="0"/>
        </a:xfrm>
      </p:grpSpPr>
      <p:pic>
        <p:nvPicPr>
          <p:cNvPr id="7" name="Picture 6"/>
          <p:cNvPicPr>
            <a:picLocks noChangeAspect="1"/>
          </p:cNvPicPr>
          <p:nvPr/>
        </p:nvPicPr>
        <p:blipFill rotWithShape="1">
          <a:blip r:embed="rId2">
            <a:extLst>
              <a:ext uri="{28A0092B-C50C-407E-A947-70E740481C1C}">
                <a14:useLocalDpi xmlns:a14="http://schemas.microsoft.com/office/drawing/2010/main" val="0"/>
              </a:ext>
            </a:extLst>
          </a:blip>
          <a:srcRect l="12461" r="12461"/>
          <a:stretch/>
        </p:blipFill>
        <p:spPr>
          <a:xfrm>
            <a:off x="0" y="0"/>
            <a:ext cx="9144000" cy="6858000"/>
          </a:xfrm>
          <a:prstGeom prst="rect">
            <a:avLst/>
          </a:prstGeom>
        </p:spPr>
      </p:pic>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65109" y="307397"/>
            <a:ext cx="1592580" cy="360426"/>
          </a:xfrm>
          <a:prstGeom prst="rect">
            <a:avLst/>
          </a:prstGeom>
        </p:spPr>
      </p:pic>
      <p:sp>
        <p:nvSpPr>
          <p:cNvPr id="3" name="Text Placeholder 2"/>
          <p:cNvSpPr>
            <a:spLocks noGrp="1"/>
          </p:cNvSpPr>
          <p:nvPr>
            <p:ph type="body" sz="quarter" idx="10" hasCustomPrompt="1"/>
          </p:nvPr>
        </p:nvSpPr>
        <p:spPr>
          <a:xfrm>
            <a:off x="3650456" y="4225703"/>
            <a:ext cx="1843088" cy="657225"/>
          </a:xfrm>
        </p:spPr>
        <p:txBody>
          <a:bodyPr>
            <a:normAutofit/>
          </a:bodyPr>
          <a:lstStyle>
            <a:lvl1pPr marL="0" indent="0" algn="ctr">
              <a:buNone/>
              <a:defRPr sz="1800" b="0" i="0">
                <a:solidFill>
                  <a:schemeClr val="bg1"/>
                </a:solidFill>
                <a:latin typeface="Open Sans" charset="0"/>
                <a:ea typeface="Open Sans" charset="0"/>
                <a:cs typeface="Open Sans" charset="0"/>
              </a:defRPr>
            </a:lvl1pPr>
          </a:lstStyle>
          <a:p>
            <a:pPr lvl="0"/>
            <a:r>
              <a:rPr lang="en-US" dirty="0"/>
              <a:t>Date Here</a:t>
            </a:r>
          </a:p>
        </p:txBody>
      </p:sp>
      <p:sp>
        <p:nvSpPr>
          <p:cNvPr id="6" name="Text Placeholder 5"/>
          <p:cNvSpPr>
            <a:spLocks noGrp="1"/>
          </p:cNvSpPr>
          <p:nvPr>
            <p:ph type="body" sz="quarter" idx="11" hasCustomPrompt="1"/>
          </p:nvPr>
        </p:nvSpPr>
        <p:spPr>
          <a:xfrm>
            <a:off x="955931" y="2275311"/>
            <a:ext cx="7232139" cy="1549400"/>
          </a:xfrm>
        </p:spPr>
        <p:txBody>
          <a:bodyPr anchor="b" anchorCtr="0">
            <a:normAutofit/>
          </a:bodyPr>
          <a:lstStyle>
            <a:lvl1pPr marL="0" indent="0" algn="ctr">
              <a:buNone/>
              <a:defRPr sz="3200" b="0" i="0">
                <a:solidFill>
                  <a:schemeClr val="bg1"/>
                </a:solidFill>
                <a:latin typeface="Open Sans" charset="0"/>
                <a:ea typeface="Open Sans" charset="0"/>
                <a:cs typeface="Open Sans" charset="0"/>
              </a:defRPr>
            </a:lvl1pPr>
            <a:lvl2pPr marL="342900" indent="0" algn="ctr">
              <a:buNone/>
              <a:defRPr>
                <a:latin typeface="Summer Font" charset="0"/>
                <a:ea typeface="Summer Font" charset="0"/>
                <a:cs typeface="Summer Font" charset="0"/>
              </a:defRPr>
            </a:lvl2pPr>
            <a:lvl3pPr marL="685800" indent="0" algn="ctr">
              <a:buNone/>
              <a:defRPr>
                <a:latin typeface="Summer Font" charset="0"/>
                <a:ea typeface="Summer Font" charset="0"/>
                <a:cs typeface="Summer Font" charset="0"/>
              </a:defRPr>
            </a:lvl3pPr>
            <a:lvl4pPr marL="1028700" indent="0" algn="ctr">
              <a:buNone/>
              <a:defRPr>
                <a:latin typeface="Summer Font" charset="0"/>
                <a:ea typeface="Summer Font" charset="0"/>
                <a:cs typeface="Summer Font" charset="0"/>
              </a:defRPr>
            </a:lvl4pPr>
          </a:lstStyle>
          <a:p>
            <a:pPr lvl="0"/>
            <a:r>
              <a:rPr lang="en-US" dirty="0"/>
              <a:t>Click Here To Edit Headline</a:t>
            </a:r>
          </a:p>
        </p:txBody>
      </p:sp>
      <p:sp>
        <p:nvSpPr>
          <p:cNvPr id="4" name="Text Placeholder 3"/>
          <p:cNvSpPr>
            <a:spLocks noGrp="1"/>
          </p:cNvSpPr>
          <p:nvPr>
            <p:ph type="body" sz="quarter" idx="12"/>
          </p:nvPr>
        </p:nvSpPr>
        <p:spPr>
          <a:xfrm>
            <a:off x="2151063" y="1277938"/>
            <a:ext cx="4914900" cy="165258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502813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3_Custom Layout">
    <p:spTree>
      <p:nvGrpSpPr>
        <p:cNvPr id="1" name=""/>
        <p:cNvGrpSpPr/>
        <p:nvPr/>
      </p:nvGrpSpPr>
      <p:grpSpPr>
        <a:xfrm>
          <a:off x="0" y="0"/>
          <a:ext cx="0" cy="0"/>
          <a:chOff x="0" y="0"/>
          <a:chExt cx="0" cy="0"/>
        </a:xfrm>
      </p:grpSpPr>
      <p:sp>
        <p:nvSpPr>
          <p:cNvPr id="6" name="Text Placeholder 5"/>
          <p:cNvSpPr>
            <a:spLocks noGrp="1"/>
          </p:cNvSpPr>
          <p:nvPr>
            <p:ph type="body" sz="quarter" idx="13"/>
          </p:nvPr>
        </p:nvSpPr>
        <p:spPr>
          <a:xfrm>
            <a:off x="557683" y="413952"/>
            <a:ext cx="8033657" cy="906848"/>
          </a:xfrm>
        </p:spPr>
        <p:txBody>
          <a:bodyPr>
            <a:noAutofit/>
          </a:bodyPr>
          <a:lstStyle>
            <a:lvl1pPr marL="0" indent="0">
              <a:buNone/>
              <a:defRPr sz="2400" b="0" i="0" baseline="0">
                <a:solidFill>
                  <a:srgbClr val="006298"/>
                </a:solidFill>
                <a:latin typeface="Open Sans" charset="0"/>
                <a:ea typeface="Open Sans" charset="0"/>
                <a:cs typeface="Open Sans"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a:t>Edit Master text styles</a:t>
            </a:r>
          </a:p>
        </p:txBody>
      </p:sp>
      <p:sp>
        <p:nvSpPr>
          <p:cNvPr id="12" name="Text Placeholder 11"/>
          <p:cNvSpPr>
            <a:spLocks noGrp="1"/>
          </p:cNvSpPr>
          <p:nvPr>
            <p:ph type="body" sz="quarter" idx="17"/>
          </p:nvPr>
        </p:nvSpPr>
        <p:spPr>
          <a:xfrm>
            <a:off x="557683" y="1638300"/>
            <a:ext cx="8033657" cy="4394200"/>
          </a:xfrm>
        </p:spPr>
        <p:txBody>
          <a:bodyPr>
            <a:normAutofit/>
          </a:bodyPr>
          <a:lstStyle>
            <a:lvl1pPr marL="0" indent="0">
              <a:buNone/>
              <a:defRPr sz="1600"/>
            </a:lvl1pPr>
            <a:lvl2pPr>
              <a:defRPr sz="1600"/>
            </a:lvl2pPr>
            <a:lvl3pPr marL="857250" indent="-171450">
              <a:buFontTx/>
              <a:buChar char="‒"/>
              <a:defRPr sz="1600"/>
            </a:lvl3pPr>
            <a:lvl4pPr>
              <a:defRPr sz="1600"/>
            </a:lvl4pPr>
            <a:lvl5pPr>
              <a:defRPr sz="16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8" name="Picture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56942" y="6364574"/>
            <a:ext cx="1301189" cy="291532"/>
          </a:xfrm>
          <a:prstGeom prst="rect">
            <a:avLst/>
          </a:prstGeom>
        </p:spPr>
      </p:pic>
      <p:sp>
        <p:nvSpPr>
          <p:cNvPr id="7" name="Footer Placeholder 4">
            <a:extLst>
              <a:ext uri="{FF2B5EF4-FFF2-40B4-BE49-F238E27FC236}">
                <a16:creationId xmlns:a16="http://schemas.microsoft.com/office/drawing/2014/main" xmlns="" id="{716DA138-5F35-4F72-91E4-C091D1FA0C9B}"/>
              </a:ext>
            </a:extLst>
          </p:cNvPr>
          <p:cNvSpPr>
            <a:spLocks noGrp="1"/>
          </p:cNvSpPr>
          <p:nvPr>
            <p:ph type="ftr" sz="quarter" idx="11"/>
          </p:nvPr>
        </p:nvSpPr>
        <p:spPr>
          <a:xfrm>
            <a:off x="628650" y="6156519"/>
            <a:ext cx="7886700" cy="365125"/>
          </a:xfrm>
        </p:spPr>
        <p:txBody>
          <a:bodyPr/>
          <a:lstStyle>
            <a:lvl1pPr>
              <a:defRPr sz="1000"/>
            </a:lvl1pPr>
          </a:lstStyle>
          <a:p>
            <a:pPr>
              <a:defRPr/>
            </a:pPr>
            <a:r>
              <a:rPr lang="en-US" dirty="0"/>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2530550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4_Custom Layout">
    <p:spTree>
      <p:nvGrpSpPr>
        <p:cNvPr id="1" name=""/>
        <p:cNvGrpSpPr/>
        <p:nvPr/>
      </p:nvGrpSpPr>
      <p:grpSpPr>
        <a:xfrm>
          <a:off x="0" y="0"/>
          <a:ext cx="0" cy="0"/>
          <a:chOff x="0" y="0"/>
          <a:chExt cx="0" cy="0"/>
        </a:xfrm>
      </p:grpSpPr>
      <p:sp>
        <p:nvSpPr>
          <p:cNvPr id="5" name="Text Placeholder 5"/>
          <p:cNvSpPr>
            <a:spLocks noGrp="1"/>
          </p:cNvSpPr>
          <p:nvPr>
            <p:ph type="body" sz="quarter" idx="13" hasCustomPrompt="1"/>
          </p:nvPr>
        </p:nvSpPr>
        <p:spPr>
          <a:xfrm>
            <a:off x="557683" y="413952"/>
            <a:ext cx="8033657" cy="906848"/>
          </a:xfrm>
        </p:spPr>
        <p:txBody>
          <a:bodyPr>
            <a:noAutofit/>
          </a:bodyPr>
          <a:lstStyle>
            <a:lvl1pPr marL="0" indent="0">
              <a:buNone/>
              <a:defRPr sz="2400" b="0" i="0" baseline="0">
                <a:solidFill>
                  <a:srgbClr val="006298"/>
                </a:solidFill>
                <a:latin typeface="Open Sans" charset="0"/>
                <a:ea typeface="Open Sans" charset="0"/>
                <a:cs typeface="Open Sans"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edit title here</a:t>
            </a:r>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56942" y="6364574"/>
            <a:ext cx="1301189" cy="291532"/>
          </a:xfrm>
          <a:prstGeom prst="rect">
            <a:avLst/>
          </a:prstGeom>
        </p:spPr>
      </p:pic>
      <p:sp>
        <p:nvSpPr>
          <p:cNvPr id="2" name="TextBox 1"/>
          <p:cNvSpPr txBox="1"/>
          <p:nvPr/>
        </p:nvSpPr>
        <p:spPr>
          <a:xfrm>
            <a:off x="-872836" y="2348346"/>
            <a:ext cx="748145" cy="405246"/>
          </a:xfrm>
          <a:prstGeom prst="rect">
            <a:avLst/>
          </a:prstGeom>
          <a:noFill/>
          <a:effectLst>
            <a:outerShdw dist="12700" dir="5400000" algn="t" rotWithShape="0">
              <a:schemeClr val="tx1"/>
            </a:outerShdw>
          </a:effectLst>
        </p:spPr>
        <p:txBody>
          <a:bodyPr wrap="square" lIns="0" tIns="0" rIns="0" rtlCol="0" anchor="b">
            <a:spAutoFit/>
          </a:bodyPr>
          <a:lstStyle/>
          <a:p>
            <a:endParaRPr lang="en-US" sz="2000" dirty="0">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3144915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Title and Content_2">
    <p:spTree>
      <p:nvGrpSpPr>
        <p:cNvPr id="1" name=""/>
        <p:cNvGrpSpPr/>
        <p:nvPr/>
      </p:nvGrpSpPr>
      <p:grpSpPr>
        <a:xfrm>
          <a:off x="0" y="0"/>
          <a:ext cx="0" cy="0"/>
          <a:chOff x="0" y="0"/>
          <a:chExt cx="0" cy="0"/>
        </a:xfrm>
      </p:grpSpPr>
      <p:pic>
        <p:nvPicPr>
          <p:cNvPr id="13" name="Picture 1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21504" y="225746"/>
            <a:ext cx="1048916" cy="316515"/>
          </a:xfrm>
          <a:prstGeom prst="rect">
            <a:avLst/>
          </a:prstGeom>
        </p:spPr>
      </p:pic>
      <p:sp>
        <p:nvSpPr>
          <p:cNvPr id="7" name="Slide Number Placeholder 3"/>
          <p:cNvSpPr>
            <a:spLocks noGrp="1"/>
          </p:cNvSpPr>
          <p:nvPr>
            <p:ph type="sldNum" sz="quarter" idx="12"/>
          </p:nvPr>
        </p:nvSpPr>
        <p:spPr>
          <a:xfrm>
            <a:off x="6803231" y="6327776"/>
            <a:ext cx="2057400" cy="365125"/>
          </a:xfrm>
          <a:prstGeom prst="rect">
            <a:avLst/>
          </a:prstGeom>
        </p:spPr>
        <p:txBody>
          <a:bodyPr/>
          <a:lstStyle/>
          <a:p>
            <a:fld id="{B0FAAE45-A79E-4541-9F85-6F09D633C756}" type="slidenum">
              <a:rPr lang="en-US" smtClean="0"/>
              <a:t>‹#›</a:t>
            </a:fld>
            <a:endParaRPr lang="en-US" dirty="0"/>
          </a:p>
        </p:txBody>
      </p:sp>
      <p:sp>
        <p:nvSpPr>
          <p:cNvPr id="4" name="Text Placeholder 3"/>
          <p:cNvSpPr>
            <a:spLocks noGrp="1"/>
          </p:cNvSpPr>
          <p:nvPr>
            <p:ph type="body" sz="quarter" idx="15"/>
          </p:nvPr>
        </p:nvSpPr>
        <p:spPr>
          <a:xfrm>
            <a:off x="557682" y="2202774"/>
            <a:ext cx="3813351" cy="3953578"/>
          </a:xfrm>
        </p:spPr>
        <p:txBody>
          <a:bodyPr>
            <a:normAutofit/>
          </a:bodyPr>
          <a:lstStyle>
            <a:lvl1pPr>
              <a:defRPr sz="1600"/>
            </a:lvl1pPr>
            <a:lvl2pPr marL="514350" indent="-171450">
              <a:buFontTx/>
              <a:buChar char="‒"/>
              <a:defRPr sz="1600"/>
            </a:lvl2pPr>
            <a:lvl3pPr>
              <a:defRPr sz="1600"/>
            </a:lvl3pPr>
            <a:lvl4pPr>
              <a:defRPr sz="1600"/>
            </a:lvl4pPr>
            <a:lvl5pPr>
              <a:defRPr sz="16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5"/>
          <p:cNvSpPr>
            <a:spLocks noGrp="1"/>
          </p:cNvSpPr>
          <p:nvPr>
            <p:ph type="body" sz="quarter" idx="13" hasCustomPrompt="1"/>
          </p:nvPr>
        </p:nvSpPr>
        <p:spPr>
          <a:xfrm>
            <a:off x="557683" y="413952"/>
            <a:ext cx="8033657" cy="906848"/>
          </a:xfrm>
        </p:spPr>
        <p:txBody>
          <a:bodyPr>
            <a:noAutofit/>
          </a:bodyPr>
          <a:lstStyle>
            <a:lvl1pPr marL="0" indent="0">
              <a:buNone/>
              <a:defRPr sz="2400" b="0" i="0" baseline="0">
                <a:solidFill>
                  <a:srgbClr val="006298"/>
                </a:solidFill>
                <a:latin typeface="Open Sans" charset="0"/>
                <a:ea typeface="Open Sans" charset="0"/>
                <a:cs typeface="Open Sans"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edit title here</a:t>
            </a:r>
          </a:p>
        </p:txBody>
      </p:sp>
      <p:sp>
        <p:nvSpPr>
          <p:cNvPr id="14" name="Text Placeholder 3"/>
          <p:cNvSpPr>
            <a:spLocks noGrp="1"/>
          </p:cNvSpPr>
          <p:nvPr>
            <p:ph type="body" sz="quarter" idx="18"/>
          </p:nvPr>
        </p:nvSpPr>
        <p:spPr>
          <a:xfrm>
            <a:off x="4777988" y="2202774"/>
            <a:ext cx="3813351" cy="3953578"/>
          </a:xfrm>
        </p:spPr>
        <p:txBody>
          <a:bodyPr>
            <a:normAutofit/>
          </a:bodyPr>
          <a:lstStyle>
            <a:lvl1pPr>
              <a:defRPr sz="1600"/>
            </a:lvl1pPr>
            <a:lvl2pPr marL="514350" indent="-171450">
              <a:buFontTx/>
              <a:buChar char="‒"/>
              <a:defRPr sz="1600"/>
            </a:lvl2pPr>
            <a:lvl3pPr>
              <a:defRPr sz="1600"/>
            </a:lvl3pPr>
            <a:lvl4pPr>
              <a:defRPr sz="1600"/>
            </a:lvl4pPr>
            <a:lvl5pPr>
              <a:defRPr sz="16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2"/>
          <p:cNvSpPr>
            <a:spLocks noGrp="1"/>
          </p:cNvSpPr>
          <p:nvPr>
            <p:ph idx="1"/>
          </p:nvPr>
        </p:nvSpPr>
        <p:spPr>
          <a:xfrm>
            <a:off x="557682" y="1609792"/>
            <a:ext cx="3813351" cy="461665"/>
          </a:xfrm>
          <a:solidFill>
            <a:schemeClr val="bg1"/>
          </a:solidFill>
          <a:effectLst>
            <a:outerShdw dist="12700" dir="5400000" algn="t" rotWithShape="0">
              <a:prstClr val="black"/>
            </a:outerShdw>
          </a:effectLst>
        </p:spPr>
        <p:txBody>
          <a:bodyPr wrap="square" tIns="91440" bIns="91440" rtlCol="0" anchor="b">
            <a:spAutoFit/>
          </a:bodyPr>
          <a:lstStyle>
            <a:lvl1pPr marL="0" indent="0" algn="ctr">
              <a:lnSpc>
                <a:spcPct val="100000"/>
              </a:lnSpc>
              <a:spcBef>
                <a:spcPts val="0"/>
              </a:spcBef>
              <a:buNone/>
              <a:defRPr lang="en-US" sz="1800" b="1" smtClean="0">
                <a:solidFill>
                  <a:schemeClr val="tx1"/>
                </a:solidFill>
              </a:defRPr>
            </a:lvl1pPr>
            <a:lvl2pPr>
              <a:defRPr lang="en-US" smtClean="0">
                <a:solidFill>
                  <a:schemeClr val="tx1"/>
                </a:solidFill>
              </a:defRPr>
            </a:lvl2pPr>
            <a:lvl3pPr>
              <a:defRPr lang="en-US" smtClean="0">
                <a:solidFill>
                  <a:schemeClr val="tx1"/>
                </a:solidFill>
              </a:defRPr>
            </a:lvl3pPr>
          </a:lstStyle>
          <a:p>
            <a:pPr marL="0" lvl="0" algn="ctr"/>
            <a:r>
              <a:rPr lang="en-US"/>
              <a:t>Edit Master text styles</a:t>
            </a:r>
          </a:p>
        </p:txBody>
      </p:sp>
      <p:sp>
        <p:nvSpPr>
          <p:cNvPr id="12" name="Content Placeholder 2"/>
          <p:cNvSpPr>
            <a:spLocks noGrp="1"/>
          </p:cNvSpPr>
          <p:nvPr>
            <p:ph idx="20"/>
          </p:nvPr>
        </p:nvSpPr>
        <p:spPr>
          <a:xfrm>
            <a:off x="4777988" y="1609792"/>
            <a:ext cx="3813351" cy="461665"/>
          </a:xfrm>
          <a:solidFill>
            <a:schemeClr val="bg1"/>
          </a:solidFill>
          <a:effectLst>
            <a:outerShdw dist="12700" dir="5400000" algn="t" rotWithShape="0">
              <a:prstClr val="black"/>
            </a:outerShdw>
          </a:effectLst>
        </p:spPr>
        <p:txBody>
          <a:bodyPr wrap="square" tIns="91440" bIns="91440" rtlCol="0" anchor="b">
            <a:spAutoFit/>
          </a:bodyPr>
          <a:lstStyle>
            <a:lvl1pPr marL="0" indent="0" algn="ctr">
              <a:lnSpc>
                <a:spcPct val="100000"/>
              </a:lnSpc>
              <a:spcBef>
                <a:spcPts val="0"/>
              </a:spcBef>
              <a:buNone/>
              <a:defRPr lang="en-US" sz="1800" b="1" smtClean="0">
                <a:solidFill>
                  <a:schemeClr val="tx1"/>
                </a:solidFill>
              </a:defRPr>
            </a:lvl1pPr>
            <a:lvl2pPr>
              <a:defRPr lang="en-US" smtClean="0">
                <a:solidFill>
                  <a:schemeClr val="tx1"/>
                </a:solidFill>
              </a:defRPr>
            </a:lvl2pPr>
            <a:lvl3pPr>
              <a:defRPr lang="en-US" smtClean="0">
                <a:solidFill>
                  <a:schemeClr val="tx1"/>
                </a:solidFill>
              </a:defRPr>
            </a:lvl3pPr>
          </a:lstStyle>
          <a:p>
            <a:pPr marL="0" lvl="0" algn="ctr"/>
            <a:r>
              <a:rPr lang="en-US"/>
              <a:t>Edit Master text styles</a:t>
            </a:r>
          </a:p>
        </p:txBody>
      </p:sp>
      <p:pic>
        <p:nvPicPr>
          <p:cNvPr id="15" name="Picture 1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56942" y="6364574"/>
            <a:ext cx="1301189" cy="291532"/>
          </a:xfrm>
          <a:prstGeom prst="rect">
            <a:avLst/>
          </a:prstGeom>
        </p:spPr>
      </p:pic>
    </p:spTree>
    <p:extLst>
      <p:ext uri="{BB962C8B-B14F-4D97-AF65-F5344CB8AC3E}">
        <p14:creationId xmlns:p14="http://schemas.microsoft.com/office/powerpoint/2010/main" val="2519433586"/>
      </p:ext>
    </p:extLst>
  </p:cSld>
  <p:clrMapOvr>
    <a:masterClrMapping/>
  </p:clrMapOvr>
  <p:extLst mod="1">
    <p:ext uri="{DCECCB84-F9BA-43D5-87BE-67443E8EF086}">
      <p15:sldGuideLst xmlns:p15="http://schemas.microsoft.com/office/powerpoint/2012/main" xmlns="">
        <p15:guide id="1" orient="horz" pos="936">
          <p15:clr>
            <a:srgbClr val="FBAE40"/>
          </p15:clr>
        </p15:guide>
        <p15:guide id="2" pos="396">
          <p15:clr>
            <a:srgbClr val="FBAE40"/>
          </p15:clr>
        </p15:guide>
        <p15:guide id="3" orient="horz" pos="312">
          <p15:clr>
            <a:srgbClr val="FBAE40"/>
          </p15:clr>
        </p15:guide>
        <p15:guide id="4" orient="horz" pos="1752">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1_Title and Content_2">
    <p:spTree>
      <p:nvGrpSpPr>
        <p:cNvPr id="1" name=""/>
        <p:cNvGrpSpPr/>
        <p:nvPr/>
      </p:nvGrpSpPr>
      <p:grpSpPr>
        <a:xfrm>
          <a:off x="0" y="0"/>
          <a:ext cx="0" cy="0"/>
          <a:chOff x="0" y="0"/>
          <a:chExt cx="0" cy="0"/>
        </a:xfrm>
      </p:grpSpPr>
      <p:pic>
        <p:nvPicPr>
          <p:cNvPr id="13" name="Picture 1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21504" y="225746"/>
            <a:ext cx="1048916" cy="316515"/>
          </a:xfrm>
          <a:prstGeom prst="rect">
            <a:avLst/>
          </a:prstGeom>
        </p:spPr>
      </p:pic>
      <p:sp>
        <p:nvSpPr>
          <p:cNvPr id="7" name="Slide Number Placeholder 3"/>
          <p:cNvSpPr>
            <a:spLocks noGrp="1"/>
          </p:cNvSpPr>
          <p:nvPr>
            <p:ph type="sldNum" sz="quarter" idx="12"/>
          </p:nvPr>
        </p:nvSpPr>
        <p:spPr>
          <a:xfrm>
            <a:off x="6803231" y="6327776"/>
            <a:ext cx="2057400" cy="365125"/>
          </a:xfrm>
          <a:prstGeom prst="rect">
            <a:avLst/>
          </a:prstGeom>
        </p:spPr>
        <p:txBody>
          <a:bodyPr/>
          <a:lstStyle/>
          <a:p>
            <a:fld id="{B0FAAE45-A79E-4541-9F85-6F09D633C756}" type="slidenum">
              <a:rPr lang="en-US" smtClean="0"/>
              <a:t>‹#›</a:t>
            </a:fld>
            <a:endParaRPr lang="en-US" dirty="0"/>
          </a:p>
        </p:txBody>
      </p:sp>
      <p:sp>
        <p:nvSpPr>
          <p:cNvPr id="4" name="Text Placeholder 3"/>
          <p:cNvSpPr>
            <a:spLocks noGrp="1"/>
          </p:cNvSpPr>
          <p:nvPr>
            <p:ph type="body" sz="quarter" idx="15"/>
          </p:nvPr>
        </p:nvSpPr>
        <p:spPr>
          <a:xfrm>
            <a:off x="557682" y="2202774"/>
            <a:ext cx="2475302" cy="3953578"/>
          </a:xfrm>
        </p:spPr>
        <p:txBody>
          <a:bodyPr>
            <a:normAutofit/>
          </a:bodyPr>
          <a:lstStyle>
            <a:lvl1pPr>
              <a:defRPr sz="1600"/>
            </a:lvl1pPr>
            <a:lvl2pPr marL="514350" indent="-171450">
              <a:buFontTx/>
              <a:buChar char="‒"/>
              <a:defRPr sz="1600"/>
            </a:lvl2pPr>
            <a:lvl3pPr>
              <a:defRPr sz="1600"/>
            </a:lvl3pPr>
            <a:lvl4pPr>
              <a:defRPr sz="1600"/>
            </a:lvl4pPr>
            <a:lvl5pPr>
              <a:defRPr sz="16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5"/>
          <p:cNvSpPr>
            <a:spLocks noGrp="1"/>
          </p:cNvSpPr>
          <p:nvPr>
            <p:ph type="body" sz="quarter" idx="13" hasCustomPrompt="1"/>
          </p:nvPr>
        </p:nvSpPr>
        <p:spPr>
          <a:xfrm>
            <a:off x="555172" y="413952"/>
            <a:ext cx="8033657" cy="906848"/>
          </a:xfrm>
        </p:spPr>
        <p:txBody>
          <a:bodyPr>
            <a:noAutofit/>
          </a:bodyPr>
          <a:lstStyle>
            <a:lvl1pPr marL="0" indent="0">
              <a:buNone/>
              <a:defRPr sz="2400" b="0" i="0" baseline="0">
                <a:solidFill>
                  <a:srgbClr val="006298"/>
                </a:solidFill>
                <a:latin typeface="Open Sans" charset="0"/>
                <a:ea typeface="Open Sans" charset="0"/>
                <a:cs typeface="Open Sans"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edit title here</a:t>
            </a:r>
          </a:p>
        </p:txBody>
      </p:sp>
      <p:sp>
        <p:nvSpPr>
          <p:cNvPr id="16" name="Text Placeholder 3"/>
          <p:cNvSpPr>
            <a:spLocks noGrp="1"/>
          </p:cNvSpPr>
          <p:nvPr>
            <p:ph type="body" sz="quarter" idx="18"/>
          </p:nvPr>
        </p:nvSpPr>
        <p:spPr>
          <a:xfrm>
            <a:off x="3334349" y="2202774"/>
            <a:ext cx="2475302" cy="3953578"/>
          </a:xfrm>
        </p:spPr>
        <p:txBody>
          <a:bodyPr>
            <a:normAutofit/>
          </a:bodyPr>
          <a:lstStyle>
            <a:lvl1pPr>
              <a:defRPr sz="1600"/>
            </a:lvl1pPr>
            <a:lvl2pPr marL="514350" indent="-171450">
              <a:buFontTx/>
              <a:buChar char="‒"/>
              <a:defRPr sz="1600"/>
            </a:lvl2pPr>
            <a:lvl3pPr>
              <a:defRPr sz="1600"/>
            </a:lvl3pPr>
            <a:lvl4pPr>
              <a:defRPr sz="1600"/>
            </a:lvl4pPr>
            <a:lvl5pPr>
              <a:defRPr sz="16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0" name="Text Placeholder 3"/>
          <p:cNvSpPr>
            <a:spLocks noGrp="1"/>
          </p:cNvSpPr>
          <p:nvPr>
            <p:ph type="body" sz="quarter" idx="20"/>
          </p:nvPr>
        </p:nvSpPr>
        <p:spPr>
          <a:xfrm>
            <a:off x="6116038" y="2202774"/>
            <a:ext cx="2475302" cy="3953578"/>
          </a:xfrm>
        </p:spPr>
        <p:txBody>
          <a:bodyPr>
            <a:normAutofit/>
          </a:bodyPr>
          <a:lstStyle>
            <a:lvl1pPr>
              <a:defRPr sz="1600"/>
            </a:lvl1pPr>
            <a:lvl2pPr marL="514350" indent="-171450">
              <a:buFontTx/>
              <a:buChar char="‒"/>
              <a:defRPr sz="1600"/>
            </a:lvl2pPr>
            <a:lvl3pPr>
              <a:defRPr sz="1600"/>
            </a:lvl3pPr>
            <a:lvl4pPr>
              <a:defRPr sz="1600"/>
            </a:lvl4pPr>
            <a:lvl5pPr>
              <a:defRPr sz="16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2"/>
          <p:cNvSpPr>
            <a:spLocks noGrp="1"/>
          </p:cNvSpPr>
          <p:nvPr>
            <p:ph idx="1"/>
          </p:nvPr>
        </p:nvSpPr>
        <p:spPr>
          <a:xfrm>
            <a:off x="557682" y="1609792"/>
            <a:ext cx="2475302" cy="461665"/>
          </a:xfrm>
          <a:solidFill>
            <a:schemeClr val="bg1"/>
          </a:solidFill>
          <a:effectLst>
            <a:outerShdw dist="12700" dir="5400000" algn="t" rotWithShape="0">
              <a:prstClr val="black"/>
            </a:outerShdw>
          </a:effectLst>
        </p:spPr>
        <p:txBody>
          <a:bodyPr wrap="square" tIns="91440" bIns="91440" rtlCol="0" anchor="b">
            <a:spAutoFit/>
          </a:bodyPr>
          <a:lstStyle>
            <a:lvl1pPr marL="0" indent="0" algn="ctr">
              <a:lnSpc>
                <a:spcPct val="100000"/>
              </a:lnSpc>
              <a:spcBef>
                <a:spcPts val="0"/>
              </a:spcBef>
              <a:buNone/>
              <a:defRPr lang="en-US" sz="1800" b="1" smtClean="0">
                <a:solidFill>
                  <a:schemeClr val="tx1"/>
                </a:solidFill>
              </a:defRPr>
            </a:lvl1pPr>
            <a:lvl2pPr>
              <a:defRPr lang="en-US" smtClean="0">
                <a:solidFill>
                  <a:schemeClr val="tx1"/>
                </a:solidFill>
              </a:defRPr>
            </a:lvl2pPr>
            <a:lvl3pPr>
              <a:defRPr lang="en-US" smtClean="0">
                <a:solidFill>
                  <a:schemeClr val="tx1"/>
                </a:solidFill>
              </a:defRPr>
            </a:lvl3pPr>
          </a:lstStyle>
          <a:p>
            <a:pPr marL="0" lvl="0" algn="ctr"/>
            <a:r>
              <a:rPr lang="en-US"/>
              <a:t>Edit Master text styles</a:t>
            </a:r>
          </a:p>
        </p:txBody>
      </p:sp>
      <p:sp>
        <p:nvSpPr>
          <p:cNvPr id="19" name="Content Placeholder 2"/>
          <p:cNvSpPr>
            <a:spLocks noGrp="1"/>
          </p:cNvSpPr>
          <p:nvPr>
            <p:ph idx="22"/>
          </p:nvPr>
        </p:nvSpPr>
        <p:spPr>
          <a:xfrm>
            <a:off x="3334349" y="1609792"/>
            <a:ext cx="2475302" cy="461665"/>
          </a:xfrm>
          <a:solidFill>
            <a:schemeClr val="bg1"/>
          </a:solidFill>
          <a:effectLst>
            <a:outerShdw dist="12700" dir="5400000" algn="t" rotWithShape="0">
              <a:prstClr val="black"/>
            </a:outerShdw>
          </a:effectLst>
        </p:spPr>
        <p:txBody>
          <a:bodyPr wrap="square" tIns="91440" bIns="91440" rtlCol="0" anchor="b">
            <a:spAutoFit/>
          </a:bodyPr>
          <a:lstStyle>
            <a:lvl1pPr marL="0" indent="0" algn="ctr">
              <a:lnSpc>
                <a:spcPct val="100000"/>
              </a:lnSpc>
              <a:spcBef>
                <a:spcPts val="0"/>
              </a:spcBef>
              <a:buNone/>
              <a:defRPr lang="en-US" sz="1800" b="1" smtClean="0">
                <a:solidFill>
                  <a:schemeClr val="tx1"/>
                </a:solidFill>
              </a:defRPr>
            </a:lvl1pPr>
            <a:lvl2pPr>
              <a:defRPr lang="en-US" smtClean="0">
                <a:solidFill>
                  <a:schemeClr val="tx1"/>
                </a:solidFill>
              </a:defRPr>
            </a:lvl2pPr>
            <a:lvl3pPr>
              <a:defRPr lang="en-US" smtClean="0">
                <a:solidFill>
                  <a:schemeClr val="tx1"/>
                </a:solidFill>
              </a:defRPr>
            </a:lvl3pPr>
          </a:lstStyle>
          <a:p>
            <a:pPr marL="0" lvl="0" algn="ctr"/>
            <a:r>
              <a:rPr lang="en-US"/>
              <a:t>Edit Master text styles</a:t>
            </a:r>
          </a:p>
        </p:txBody>
      </p:sp>
      <p:sp>
        <p:nvSpPr>
          <p:cNvPr id="23" name="Content Placeholder 2"/>
          <p:cNvSpPr>
            <a:spLocks noGrp="1"/>
          </p:cNvSpPr>
          <p:nvPr>
            <p:ph idx="23"/>
          </p:nvPr>
        </p:nvSpPr>
        <p:spPr>
          <a:xfrm>
            <a:off x="6109465" y="1609792"/>
            <a:ext cx="2475302" cy="461665"/>
          </a:xfrm>
          <a:solidFill>
            <a:schemeClr val="bg1"/>
          </a:solidFill>
          <a:effectLst>
            <a:outerShdw dist="12700" dir="5400000" algn="t" rotWithShape="0">
              <a:prstClr val="black"/>
            </a:outerShdw>
          </a:effectLst>
        </p:spPr>
        <p:txBody>
          <a:bodyPr wrap="square" tIns="91440" bIns="91440" rtlCol="0" anchor="b">
            <a:spAutoFit/>
          </a:bodyPr>
          <a:lstStyle>
            <a:lvl1pPr marL="0" indent="0" algn="ctr">
              <a:lnSpc>
                <a:spcPct val="100000"/>
              </a:lnSpc>
              <a:spcBef>
                <a:spcPts val="0"/>
              </a:spcBef>
              <a:buNone/>
              <a:defRPr lang="en-US" sz="1800" b="1" smtClean="0">
                <a:solidFill>
                  <a:schemeClr val="tx1"/>
                </a:solidFill>
              </a:defRPr>
            </a:lvl1pPr>
            <a:lvl2pPr>
              <a:defRPr lang="en-US" smtClean="0">
                <a:solidFill>
                  <a:schemeClr val="tx1"/>
                </a:solidFill>
              </a:defRPr>
            </a:lvl2pPr>
            <a:lvl3pPr>
              <a:defRPr lang="en-US" smtClean="0">
                <a:solidFill>
                  <a:schemeClr val="tx1"/>
                </a:solidFill>
              </a:defRPr>
            </a:lvl3pPr>
          </a:lstStyle>
          <a:p>
            <a:pPr marL="0" lvl="0" algn="ctr"/>
            <a:r>
              <a:rPr lang="en-US"/>
              <a:t>Edit Master text styles</a:t>
            </a:r>
          </a:p>
        </p:txBody>
      </p:sp>
      <p:pic>
        <p:nvPicPr>
          <p:cNvPr id="12" name="Picture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56942" y="6364574"/>
            <a:ext cx="1301189" cy="291532"/>
          </a:xfrm>
          <a:prstGeom prst="rect">
            <a:avLst/>
          </a:prstGeom>
        </p:spPr>
      </p:pic>
    </p:spTree>
    <p:extLst>
      <p:ext uri="{BB962C8B-B14F-4D97-AF65-F5344CB8AC3E}">
        <p14:creationId xmlns:p14="http://schemas.microsoft.com/office/powerpoint/2010/main" val="2825816293"/>
      </p:ext>
    </p:extLst>
  </p:cSld>
  <p:clrMapOvr>
    <a:masterClrMapping/>
  </p:clrMapOvr>
  <p:extLst mod="1">
    <p:ext uri="{DCECCB84-F9BA-43D5-87BE-67443E8EF086}">
      <p15:sldGuideLst xmlns:p15="http://schemas.microsoft.com/office/powerpoint/2012/main" xmlns="">
        <p15:guide id="1" orient="horz" pos="936">
          <p15:clr>
            <a:srgbClr val="FBAE40"/>
          </p15:clr>
        </p15:guide>
        <p15:guide id="2" pos="396">
          <p15:clr>
            <a:srgbClr val="FBAE40"/>
          </p15:clr>
        </p15:guide>
        <p15:guide id="3" orient="horz" pos="312">
          <p15:clr>
            <a:srgbClr val="FBAE40"/>
          </p15:clr>
        </p15:guide>
        <p15:guide id="4" orient="horz" pos="1752">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5_Custom Layout">
    <p:spTree>
      <p:nvGrpSpPr>
        <p:cNvPr id="1" name=""/>
        <p:cNvGrpSpPr/>
        <p:nvPr/>
      </p:nvGrpSpPr>
      <p:grpSpPr>
        <a:xfrm>
          <a:off x="0" y="0"/>
          <a:ext cx="0" cy="0"/>
          <a:chOff x="0" y="0"/>
          <a:chExt cx="0" cy="0"/>
        </a:xfrm>
      </p:grpSpPr>
      <p:sp>
        <p:nvSpPr>
          <p:cNvPr id="18" name="Slide Number Placeholder 3"/>
          <p:cNvSpPr>
            <a:spLocks noGrp="1"/>
          </p:cNvSpPr>
          <p:nvPr>
            <p:ph type="sldNum" sz="quarter" idx="12"/>
          </p:nvPr>
        </p:nvSpPr>
        <p:spPr>
          <a:xfrm>
            <a:off x="6803231" y="6327776"/>
            <a:ext cx="2057400" cy="365125"/>
          </a:xfrm>
          <a:prstGeom prst="rect">
            <a:avLst/>
          </a:prstGeom>
        </p:spPr>
        <p:txBody>
          <a:bodyPr/>
          <a:lstStyle/>
          <a:p>
            <a:pPr>
              <a:defRPr/>
            </a:pPr>
            <a:fld id="{2F11DC2A-2F4E-4F79-A3F5-88DB509F96F8}" type="slidenum">
              <a:rPr lang="en-US" smtClean="0"/>
              <a:pPr>
                <a:defRPr/>
              </a:pPr>
              <a:t>‹#›</a:t>
            </a:fld>
            <a:endParaRPr lang="en-US" dirty="0"/>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56942" y="6364574"/>
            <a:ext cx="1301189" cy="291532"/>
          </a:xfrm>
          <a:prstGeom prst="rect">
            <a:avLst/>
          </a:prstGeom>
        </p:spPr>
      </p:pic>
    </p:spTree>
    <p:extLst>
      <p:ext uri="{BB962C8B-B14F-4D97-AF65-F5344CB8AC3E}">
        <p14:creationId xmlns:p14="http://schemas.microsoft.com/office/powerpoint/2010/main" val="19874856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AB4268F-3C1B-46C6-8416-CC17C6037CE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xmlns="" id="{36195AC9-BFC6-4E47-89AB-74CA8BB5098B}"/>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xmlns="" id="{716DA138-5F35-4F72-91E4-C091D1FA0C9B}"/>
              </a:ext>
            </a:extLst>
          </p:cNvPr>
          <p:cNvSpPr>
            <a:spLocks noGrp="1"/>
          </p:cNvSpPr>
          <p:nvPr>
            <p:ph type="ftr" sz="quarter" idx="11"/>
          </p:nvPr>
        </p:nvSpPr>
        <p:spPr>
          <a:xfrm>
            <a:off x="628650" y="6156519"/>
            <a:ext cx="7886700" cy="365125"/>
          </a:xfrm>
        </p:spPr>
        <p:txBody>
          <a:bodyPr/>
          <a:lstStyle>
            <a:lvl1pPr>
              <a:defRPr sz="1000"/>
            </a:lvl1pPr>
          </a:lstStyle>
          <a:p>
            <a:pPr>
              <a:defRPr/>
            </a:pPr>
            <a:r>
              <a:rPr lang="en-US" dirty="0"/>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
        <p:nvSpPr>
          <p:cNvPr id="6" name="Content Placeholder 5"/>
          <p:cNvSpPr>
            <a:spLocks noGrp="1"/>
          </p:cNvSpPr>
          <p:nvPr>
            <p:ph sz="quarter" idx="12"/>
          </p:nvPr>
        </p:nvSpPr>
        <p:spPr>
          <a:xfrm>
            <a:off x="8610600" y="2743200"/>
            <a:ext cx="304800" cy="762000"/>
          </a:xfrm>
        </p:spPr>
        <p:txBody>
          <a:bodyPr/>
          <a:lstStyle/>
          <a:p>
            <a:pPr lvl="0"/>
            <a:endParaRPr lang="en-IN" dirty="0"/>
          </a:p>
        </p:txBody>
      </p:sp>
      <p:sp>
        <p:nvSpPr>
          <p:cNvPr id="8" name="Content Placeholder 7"/>
          <p:cNvSpPr>
            <a:spLocks noGrp="1"/>
          </p:cNvSpPr>
          <p:nvPr>
            <p:ph sz="quarter" idx="13"/>
          </p:nvPr>
        </p:nvSpPr>
        <p:spPr>
          <a:xfrm>
            <a:off x="8610600" y="3886200"/>
            <a:ext cx="304800" cy="762000"/>
          </a:xfrm>
        </p:spPr>
        <p:txBody>
          <a:bodyPr/>
          <a:lstStyle/>
          <a:p>
            <a:pPr lvl="0"/>
            <a:endParaRPr lang="en-IN" dirty="0"/>
          </a:p>
        </p:txBody>
      </p:sp>
    </p:spTree>
    <p:extLst>
      <p:ext uri="{BB962C8B-B14F-4D97-AF65-F5344CB8AC3E}">
        <p14:creationId xmlns:p14="http://schemas.microsoft.com/office/powerpoint/2010/main" val="20864801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D48A5D6-B081-4DEA-AFA6-7CE8497C3BFA}"/>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xmlns="" id="{8900ECD3-241C-498C-AE8A-C369AAB146EA}"/>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xmlns="" id="{5D44DE4E-2EA8-4FEC-8923-3AF317539A51}"/>
              </a:ext>
            </a:extLst>
          </p:cNvPr>
          <p:cNvSpPr>
            <a:spLocks noGrp="1"/>
          </p:cNvSpPr>
          <p:nvPr>
            <p:ph type="dt" sz="half" idx="10"/>
          </p:nvPr>
        </p:nvSpPr>
        <p:spPr/>
        <p:txBody>
          <a:bodyPr/>
          <a:lstStyle/>
          <a:p>
            <a:endParaRPr lang="en-US" dirty="0"/>
          </a:p>
        </p:txBody>
      </p:sp>
      <p:sp>
        <p:nvSpPr>
          <p:cNvPr id="5" name="Footer Placeholder 4">
            <a:extLst>
              <a:ext uri="{FF2B5EF4-FFF2-40B4-BE49-F238E27FC236}">
                <a16:creationId xmlns:a16="http://schemas.microsoft.com/office/drawing/2014/main" xmlns="" id="{EE7D84E6-27AD-4EEA-A335-664FA1B1ED9E}"/>
              </a:ext>
            </a:extLst>
          </p:cNvPr>
          <p:cNvSpPr>
            <a:spLocks noGrp="1"/>
          </p:cNvSpPr>
          <p:nvPr>
            <p:ph type="ftr" sz="quarter" idx="11"/>
          </p:nvPr>
        </p:nvSpPr>
        <p:spPr/>
        <p:txBody>
          <a:bodyPr/>
          <a:lstStyle/>
          <a:p>
            <a:pPr>
              <a:defRPr/>
            </a:pPr>
            <a:r>
              <a:rPr lang="en-US" dirty="0"/>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
        <p:nvSpPr>
          <p:cNvPr id="6" name="Slide Number Placeholder 5">
            <a:extLst>
              <a:ext uri="{FF2B5EF4-FFF2-40B4-BE49-F238E27FC236}">
                <a16:creationId xmlns:a16="http://schemas.microsoft.com/office/drawing/2014/main" xmlns="" id="{EF036050-30CC-48E6-8A82-5CEB2AD3F03D}"/>
              </a:ext>
            </a:extLst>
          </p:cNvPr>
          <p:cNvSpPr>
            <a:spLocks noGrp="1"/>
          </p:cNvSpPr>
          <p:nvPr>
            <p:ph type="sldNum" sz="quarter" idx="12"/>
          </p:nvPr>
        </p:nvSpPr>
        <p:spPr/>
        <p:txBody>
          <a:bodyPr/>
          <a:lstStyle/>
          <a:p>
            <a:fld id="{786E95EF-C699-41F4-A9B7-78276692A070}" type="slidenum">
              <a:rPr lang="en-US" smtClean="0"/>
              <a:t>‹#›</a:t>
            </a:fld>
            <a:endParaRPr lang="en-US" dirty="0"/>
          </a:p>
        </p:txBody>
      </p:sp>
      <p:sp>
        <p:nvSpPr>
          <p:cNvPr id="8" name="Content Placeholder 7"/>
          <p:cNvSpPr>
            <a:spLocks noGrp="1"/>
          </p:cNvSpPr>
          <p:nvPr>
            <p:ph sz="quarter" idx="13"/>
          </p:nvPr>
        </p:nvSpPr>
        <p:spPr>
          <a:xfrm>
            <a:off x="685800" y="5562600"/>
            <a:ext cx="8001000" cy="457200"/>
          </a:xfrm>
        </p:spPr>
        <p:txBody>
          <a:bodyPr/>
          <a:lstStyle/>
          <a:p>
            <a:pPr lvl="0"/>
            <a:endParaRPr lang="en-IN" dirty="0"/>
          </a:p>
        </p:txBody>
      </p:sp>
    </p:spTree>
    <p:extLst>
      <p:ext uri="{BB962C8B-B14F-4D97-AF65-F5344CB8AC3E}">
        <p14:creationId xmlns:p14="http://schemas.microsoft.com/office/powerpoint/2010/main" val="30961370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jp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p:cNvPicPr>
            <a:picLocks noChangeAspect="1"/>
          </p:cNvPicPr>
          <p:nvPr/>
        </p:nvPicPr>
        <p:blipFill rotWithShape="1">
          <a:blip r:embed="rId11">
            <a:extLst>
              <a:ext uri="{28A0092B-C50C-407E-A947-70E740481C1C}">
                <a14:useLocalDpi xmlns:a14="http://schemas.microsoft.com/office/drawing/2010/main" val="0"/>
              </a:ext>
            </a:extLst>
          </a:blip>
          <a:srcRect l="12461" r="12461"/>
          <a:stretch/>
        </p:blipFill>
        <p:spPr>
          <a:xfrm>
            <a:off x="0" y="0"/>
            <a:ext cx="9144000" cy="6858000"/>
          </a:xfrm>
          <a:prstGeom prst="rect">
            <a:avLst/>
          </a:prstGeom>
        </p:spPr>
      </p:pic>
      <p:sp>
        <p:nvSpPr>
          <p:cNvPr id="2" name="Title Placeholder 1"/>
          <p:cNvSpPr>
            <a:spLocks noGrp="1"/>
          </p:cNvSpPr>
          <p:nvPr>
            <p:ph type="title"/>
          </p:nvPr>
        </p:nvSpPr>
        <p:spPr>
          <a:xfrm>
            <a:off x="628650" y="365126"/>
            <a:ext cx="7886700" cy="1325563"/>
          </a:xfrm>
          <a:prstGeom prst="rect">
            <a:avLst/>
          </a:prstGeom>
        </p:spPr>
        <p:txBody>
          <a:bodyPr vert="horz" lIns="0" tIns="0" rIns="0" bIns="0" rtlCol="0" anchor="t" anchorCtr="0">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0" tIns="0" rIns="0" bIns="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xmlns="" id="{716DA138-5F35-4F72-91E4-C091D1FA0C9B}"/>
              </a:ext>
            </a:extLst>
          </p:cNvPr>
          <p:cNvSpPr>
            <a:spLocks noGrp="1"/>
          </p:cNvSpPr>
          <p:nvPr>
            <p:ph type="ftr" sz="quarter" idx="3"/>
          </p:nvPr>
        </p:nvSpPr>
        <p:spPr>
          <a:xfrm>
            <a:off x="628650" y="6156519"/>
            <a:ext cx="7886700" cy="365125"/>
          </a:xfrm>
        </p:spPr>
        <p:txBody>
          <a:bodyPr/>
          <a:lstStyle>
            <a:lvl1pPr>
              <a:defRPr sz="1000"/>
            </a:lvl1pPr>
          </a:lstStyle>
          <a:p>
            <a:pPr>
              <a:defRPr/>
            </a:pPr>
            <a:r>
              <a:rPr lang="en-US" dirty="0"/>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468433952"/>
      </p:ext>
    </p:extLst>
  </p:cSld>
  <p:clrMap bg1="lt1" tx1="dk1" bg2="lt2" tx2="dk2" accent1="accent1" accent2="accent2" accent3="accent3" accent4="accent4" accent5="accent5" accent6="accent6" hlink="hlink" folHlink="folHlink"/>
  <p:sldLayoutIdLst>
    <p:sldLayoutId id="2147483767" r:id="rId1"/>
    <p:sldLayoutId id="2147483759" r:id="rId2"/>
    <p:sldLayoutId id="2147483760" r:id="rId3"/>
    <p:sldLayoutId id="2147483761" r:id="rId4"/>
    <p:sldLayoutId id="2147483762" r:id="rId5"/>
    <p:sldLayoutId id="2147483763" r:id="rId6"/>
    <p:sldLayoutId id="2147483764" r:id="rId7"/>
    <p:sldLayoutId id="2147483766" r:id="rId8"/>
    <p:sldLayoutId id="2147483768" r:id="rId9"/>
  </p:sldLayoutIdLst>
  <p:hf sldNum="0" hdr="0" dt="0"/>
  <p:txStyles>
    <p:titleStyle>
      <a:lvl1pPr algn="l" defTabSz="685800" rtl="0" eaLnBrk="1" latinLnBrk="0" hangingPunct="1">
        <a:lnSpc>
          <a:spcPct val="90000"/>
        </a:lnSpc>
        <a:spcBef>
          <a:spcPct val="0"/>
        </a:spcBef>
        <a:buNone/>
        <a:defRPr sz="2600" b="0" i="0" kern="1200">
          <a:solidFill>
            <a:schemeClr val="tx1"/>
          </a:solidFill>
          <a:latin typeface="Open Sans" charset="0"/>
          <a:ea typeface="Open Sans" charset="0"/>
          <a:cs typeface="Open Sans" charset="0"/>
        </a:defRPr>
      </a:lvl1pPr>
    </p:titleStyle>
    <p:bodyStyle>
      <a:lvl1pPr marL="171450" indent="-171450" algn="l" defTabSz="685800" rtl="0" eaLnBrk="1" latinLnBrk="0" hangingPunct="1">
        <a:lnSpc>
          <a:spcPct val="90000"/>
        </a:lnSpc>
        <a:spcBef>
          <a:spcPts val="750"/>
        </a:spcBef>
        <a:buFont typeface="Arial"/>
        <a:buChar char="•"/>
        <a:defRPr sz="2100" b="0" i="0" kern="1200">
          <a:solidFill>
            <a:schemeClr val="tx1"/>
          </a:solidFill>
          <a:latin typeface="Open Sans Regular" charset="0"/>
          <a:ea typeface="+mn-ea"/>
          <a:cs typeface="+mn-cs"/>
        </a:defRPr>
      </a:lvl1pPr>
      <a:lvl2pPr marL="514350" indent="-171450" algn="l" defTabSz="685800" rtl="0" eaLnBrk="1" latinLnBrk="0" hangingPunct="1">
        <a:lnSpc>
          <a:spcPct val="90000"/>
        </a:lnSpc>
        <a:spcBef>
          <a:spcPts val="375"/>
        </a:spcBef>
        <a:buFont typeface="Arial"/>
        <a:buChar char="•"/>
        <a:defRPr sz="1800" b="0" i="0" kern="1200">
          <a:solidFill>
            <a:schemeClr val="tx1"/>
          </a:solidFill>
          <a:latin typeface="Open Sans Regular" charset="0"/>
          <a:ea typeface="+mn-ea"/>
          <a:cs typeface="+mn-cs"/>
        </a:defRPr>
      </a:lvl2pPr>
      <a:lvl3pPr marL="857250" indent="-171450" algn="l" defTabSz="685800" rtl="0" eaLnBrk="1" latinLnBrk="0" hangingPunct="1">
        <a:lnSpc>
          <a:spcPct val="90000"/>
        </a:lnSpc>
        <a:spcBef>
          <a:spcPts val="375"/>
        </a:spcBef>
        <a:buFont typeface="Arial"/>
        <a:buChar char="•"/>
        <a:defRPr sz="1500" b="0" i="0" kern="1200">
          <a:solidFill>
            <a:schemeClr val="tx1"/>
          </a:solidFill>
          <a:latin typeface="Open Sans Regular" charset="0"/>
          <a:ea typeface="+mn-ea"/>
          <a:cs typeface="+mn-cs"/>
        </a:defRPr>
      </a:lvl3pPr>
      <a:lvl4pPr marL="1200150" indent="-171450" algn="l" defTabSz="685800" rtl="0" eaLnBrk="1" latinLnBrk="0" hangingPunct="1">
        <a:lnSpc>
          <a:spcPct val="90000"/>
        </a:lnSpc>
        <a:spcBef>
          <a:spcPts val="375"/>
        </a:spcBef>
        <a:buFont typeface="Arial"/>
        <a:buChar char="•"/>
        <a:defRPr sz="1350" b="0" i="0" kern="1200">
          <a:solidFill>
            <a:schemeClr val="tx1"/>
          </a:solidFill>
          <a:latin typeface="Open Sans Regular" charset="0"/>
          <a:ea typeface="+mn-ea"/>
          <a:cs typeface="+mn-cs"/>
        </a:defRPr>
      </a:lvl4pPr>
      <a:lvl5pPr marL="1543050" indent="-171450" algn="l" defTabSz="685800" rtl="0" eaLnBrk="1" latinLnBrk="0" hangingPunct="1">
        <a:lnSpc>
          <a:spcPct val="90000"/>
        </a:lnSpc>
        <a:spcBef>
          <a:spcPts val="375"/>
        </a:spcBef>
        <a:buFont typeface="Arial"/>
        <a:buChar char="•"/>
        <a:defRPr sz="1350" b="0" i="0" kern="1200">
          <a:solidFill>
            <a:schemeClr val="tx1"/>
          </a:solidFill>
          <a:latin typeface="Open Sans Regular" charset="0"/>
          <a:ea typeface="+mn-ea"/>
          <a:cs typeface="+mn-cs"/>
        </a:defRPr>
      </a:lvl5pPr>
      <a:lvl6pPr marL="18859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1146699" y="1143000"/>
            <a:ext cx="6858000" cy="2387600"/>
          </a:xfrm>
        </p:spPr>
        <p:txBody>
          <a:bodyPr>
            <a:normAutofit/>
          </a:bodyPr>
          <a:lstStyle/>
          <a:p>
            <a:r>
              <a:rPr lang="en-US" sz="4400" dirty="0">
                <a:solidFill>
                  <a:schemeClr val="bg2">
                    <a:lumMod val="10000"/>
                  </a:schemeClr>
                </a:solidFill>
              </a:rPr>
              <a:t>Chapter </a:t>
            </a:r>
            <a:r>
              <a:rPr lang="en-US" sz="4400" dirty="0" smtClean="0">
                <a:solidFill>
                  <a:schemeClr val="bg2">
                    <a:lumMod val="10000"/>
                  </a:schemeClr>
                </a:solidFill>
              </a:rPr>
              <a:t>2: An </a:t>
            </a:r>
            <a:r>
              <a:rPr lang="en-US" sz="4400" dirty="0">
                <a:solidFill>
                  <a:schemeClr val="bg2">
                    <a:lumMod val="10000"/>
                  </a:schemeClr>
                </a:solidFill>
              </a:rPr>
              <a:t>Overview of Collections</a:t>
            </a:r>
            <a:endParaRPr lang="en-US" sz="4100" dirty="0">
              <a:solidFill>
                <a:schemeClr val="bg2">
                  <a:lumMod val="10000"/>
                </a:schemeClr>
              </a:solidFill>
            </a:endParaRPr>
          </a:p>
        </p:txBody>
      </p:sp>
      <p:sp>
        <p:nvSpPr>
          <p:cNvPr id="4" name="Subtitle 3">
            <a:extLst>
              <a:ext uri="{FF2B5EF4-FFF2-40B4-BE49-F238E27FC236}">
                <a16:creationId xmlns:a16="http://schemas.microsoft.com/office/drawing/2014/main" xmlns="" id="{2B7206C4-20D6-1E4B-A9BF-F06AB8FA9727}"/>
              </a:ext>
            </a:extLst>
          </p:cNvPr>
          <p:cNvSpPr>
            <a:spLocks noGrp="1"/>
          </p:cNvSpPr>
          <p:nvPr>
            <p:ph type="subTitle" idx="1"/>
          </p:nvPr>
        </p:nvSpPr>
        <p:spPr>
          <a:xfrm>
            <a:off x="1143000" y="3962400"/>
            <a:ext cx="6858000" cy="304800"/>
          </a:xfrm>
        </p:spPr>
        <p:txBody>
          <a:bodyPr>
            <a:normAutofit/>
          </a:bodyPr>
          <a:lstStyle/>
          <a:p>
            <a:r>
              <a:rPr lang="en-US" b="1" dirty="0">
                <a:solidFill>
                  <a:schemeClr val="bg2">
                    <a:lumMod val="10000"/>
                  </a:schemeClr>
                </a:solidFill>
                <a:latin typeface="Open Sans" panose="020B0606030504020204"/>
              </a:rPr>
              <a:t>Fundamentals of Python: Data Structures, Second Edition</a:t>
            </a:r>
          </a:p>
        </p:txBody>
      </p:sp>
      <p:sp>
        <p:nvSpPr>
          <p:cNvPr id="3" name="Content Placeholder 2"/>
          <p:cNvSpPr>
            <a:spLocks noGrp="1"/>
          </p:cNvSpPr>
          <p:nvPr>
            <p:ph sz="quarter" idx="13"/>
          </p:nvPr>
        </p:nvSpPr>
        <p:spPr>
          <a:xfrm>
            <a:off x="703556" y="6241001"/>
            <a:ext cx="8229600" cy="304800"/>
          </a:xfrm>
        </p:spPr>
        <p:txBody>
          <a:bodyPr>
            <a:normAutofit/>
          </a:bodyPr>
          <a:lstStyle/>
          <a:p>
            <a:pPr marL="0" indent="0">
              <a:buNone/>
              <a:defRPr/>
            </a:pPr>
            <a:r>
              <a:rPr lang="en-US" sz="1000" dirty="0">
                <a:solidFill>
                  <a:schemeClr val="bg2">
                    <a:lumMod val="10000"/>
                  </a:schemeClr>
                </a:solidFill>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84195573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218" name="Title 5"/>
          <p:cNvSpPr>
            <a:spLocks noGrp="1"/>
          </p:cNvSpPr>
          <p:nvPr>
            <p:ph type="title"/>
          </p:nvPr>
        </p:nvSpPr>
        <p:spPr>
          <a:xfrm>
            <a:off x="628650" y="365127"/>
            <a:ext cx="7886700" cy="625474"/>
          </a:xfrm>
        </p:spPr>
        <p:txBody>
          <a:bodyPr/>
          <a:lstStyle/>
          <a:p>
            <a:r>
              <a:rPr lang="en-US" b="1" dirty="0"/>
              <a:t>Learning Objectives</a:t>
            </a:r>
          </a:p>
        </p:txBody>
      </p:sp>
      <p:sp>
        <p:nvSpPr>
          <p:cNvPr id="9219" name="Content Placeholder 6"/>
          <p:cNvSpPr>
            <a:spLocks noGrp="1"/>
          </p:cNvSpPr>
          <p:nvPr>
            <p:ph idx="1"/>
          </p:nvPr>
        </p:nvSpPr>
        <p:spPr>
          <a:xfrm>
            <a:off x="628650" y="1825625"/>
            <a:ext cx="7886700" cy="3584575"/>
          </a:xfrm>
        </p:spPr>
        <p:txBody>
          <a:bodyPr/>
          <a:lstStyle/>
          <a:p>
            <a:pPr marL="291600" indent="-291600">
              <a:spcBef>
                <a:spcPts val="1000"/>
              </a:spcBef>
            </a:pPr>
            <a:r>
              <a:rPr lang="en-US" dirty="0"/>
              <a:t>Define the four general categories of collections – linear, hierarchical, graph, and unordered</a:t>
            </a:r>
          </a:p>
          <a:p>
            <a:pPr marL="291600" indent="-291600">
              <a:spcBef>
                <a:spcPts val="1000"/>
              </a:spcBef>
            </a:pPr>
            <a:r>
              <a:rPr lang="en-US" dirty="0"/>
              <a:t>List the specific types of collections that belong to each of the four categories of collections</a:t>
            </a:r>
          </a:p>
          <a:p>
            <a:pPr marL="291600" indent="-291600">
              <a:spcBef>
                <a:spcPts val="1000"/>
              </a:spcBef>
            </a:pPr>
            <a:r>
              <a:rPr lang="en-US" dirty="0"/>
              <a:t>Recognize which collections are appropriate for given applications</a:t>
            </a:r>
          </a:p>
          <a:p>
            <a:pPr marL="291600" indent="-291600">
              <a:spcBef>
                <a:spcPts val="1000"/>
              </a:spcBef>
            </a:pPr>
            <a:r>
              <a:rPr lang="en-US" dirty="0"/>
              <a:t>Describe the commonly used operations on every type of collection</a:t>
            </a:r>
          </a:p>
          <a:p>
            <a:pPr marL="291600" indent="-291600">
              <a:spcBef>
                <a:spcPts val="1000"/>
              </a:spcBef>
            </a:pPr>
            <a:r>
              <a:rPr lang="en-US" dirty="0"/>
              <a:t>Describe the difference between an abstract collection type and its implementations</a:t>
            </a:r>
          </a:p>
        </p:txBody>
      </p:sp>
      <p:sp>
        <p:nvSpPr>
          <p:cNvPr id="9220" name="Footer Placeholder 7"/>
          <p:cNvSpPr>
            <a:spLocks noGrp="1"/>
          </p:cNvSpPr>
          <p:nvPr>
            <p:ph type="ftr" sz="quarter" idx="11"/>
          </p:nvPr>
        </p:nvSpPr>
        <p:spPr/>
        <p:txBody>
          <a:bodyPr/>
          <a:lstStyle/>
          <a:p>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49274"/>
          </a:xfrm>
        </p:spPr>
        <p:txBody>
          <a:bodyPr/>
          <a:lstStyle/>
          <a:p>
            <a:r>
              <a:rPr lang="en-US" b="1" dirty="0"/>
              <a:t>An Overview of Collections</a:t>
            </a:r>
          </a:p>
        </p:txBody>
      </p:sp>
      <p:sp>
        <p:nvSpPr>
          <p:cNvPr id="3" name="Content Placeholder 2"/>
          <p:cNvSpPr>
            <a:spLocks noGrp="1"/>
          </p:cNvSpPr>
          <p:nvPr>
            <p:ph idx="1"/>
          </p:nvPr>
        </p:nvSpPr>
        <p:spPr>
          <a:xfrm>
            <a:off x="628650" y="1825625"/>
            <a:ext cx="7886700" cy="4041775"/>
          </a:xfrm>
        </p:spPr>
        <p:txBody>
          <a:bodyPr>
            <a:normAutofit/>
          </a:bodyPr>
          <a:lstStyle/>
          <a:p>
            <a:pPr marL="291600" indent="-291600">
              <a:spcBef>
                <a:spcPts val="1000"/>
              </a:spcBef>
            </a:pPr>
            <a:r>
              <a:rPr lang="en-US" dirty="0"/>
              <a:t>Collection</a:t>
            </a:r>
          </a:p>
          <a:p>
            <a:pPr lvl="1">
              <a:spcBef>
                <a:spcPts val="1000"/>
              </a:spcBef>
            </a:pPr>
            <a:r>
              <a:rPr lang="en-US" dirty="0"/>
              <a:t>A group of zero or more items that can be treated as a conceptual unit</a:t>
            </a:r>
          </a:p>
          <a:p>
            <a:pPr marL="291600" indent="-291600">
              <a:spcBef>
                <a:spcPts val="1000"/>
              </a:spcBef>
            </a:pPr>
            <a:r>
              <a:rPr lang="en-US" dirty="0"/>
              <a:t>All collections have the same fundamental purposes:</a:t>
            </a:r>
          </a:p>
          <a:p>
            <a:pPr lvl="1">
              <a:spcBef>
                <a:spcPts val="1000"/>
              </a:spcBef>
            </a:pPr>
            <a:r>
              <a:rPr lang="en-US" dirty="0"/>
              <a:t>They help programmers effectively organize data in programs</a:t>
            </a:r>
          </a:p>
          <a:p>
            <a:pPr lvl="1">
              <a:spcBef>
                <a:spcPts val="1000"/>
              </a:spcBef>
            </a:pPr>
            <a:r>
              <a:rPr lang="en-US" dirty="0"/>
              <a:t>They also help model the structure and behavior of objects in the real world</a:t>
            </a:r>
          </a:p>
          <a:p>
            <a:pPr marL="291600" indent="-291600">
              <a:spcBef>
                <a:spcPts val="1000"/>
              </a:spcBef>
            </a:pPr>
            <a:r>
              <a:rPr lang="en-US" dirty="0"/>
              <a:t>Collections can be viewed from two perspectives:</a:t>
            </a:r>
          </a:p>
          <a:p>
            <a:pPr lvl="1">
              <a:spcBef>
                <a:spcPts val="1000"/>
              </a:spcBef>
            </a:pPr>
            <a:r>
              <a:rPr lang="en-US" dirty="0"/>
              <a:t>Users or clients of collections are concerned with what they do in various applications</a:t>
            </a:r>
          </a:p>
          <a:p>
            <a:pPr lvl="1">
              <a:spcBef>
                <a:spcPts val="1000"/>
              </a:spcBef>
            </a:pPr>
            <a:r>
              <a:rPr lang="en-US" dirty="0"/>
              <a:t>Developers or implementers are concerned with how they can best perform as general-purpose resources</a:t>
            </a:r>
          </a:p>
        </p:txBody>
      </p:sp>
      <p:sp>
        <p:nvSpPr>
          <p:cNvPr id="5" name="Footer Placeholder 7"/>
          <p:cNvSpPr>
            <a:spLocks noGrp="1"/>
          </p:cNvSpPr>
          <p:nvPr>
            <p:ph type="ftr" sz="quarter" idx="11"/>
          </p:nvPr>
        </p:nvSpPr>
        <p:spPr>
          <a:xfrm>
            <a:off x="628650" y="6156519"/>
            <a:ext cx="7886700" cy="365125"/>
          </a:xfrm>
        </p:spPr>
        <p:txBody>
          <a:bodyPr/>
          <a:lstStyle/>
          <a:p>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409459592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49273"/>
          </a:xfrm>
        </p:spPr>
        <p:txBody>
          <a:bodyPr/>
          <a:lstStyle/>
          <a:p>
            <a:r>
              <a:rPr lang="en-US" b="1" dirty="0"/>
              <a:t>Collection Types </a:t>
            </a:r>
            <a:r>
              <a:rPr lang="en-US" sz="2000" dirty="0"/>
              <a:t>(1 of 2)</a:t>
            </a:r>
          </a:p>
        </p:txBody>
      </p:sp>
      <p:sp>
        <p:nvSpPr>
          <p:cNvPr id="3" name="Content Placeholder 2"/>
          <p:cNvSpPr>
            <a:spLocks noGrp="1"/>
          </p:cNvSpPr>
          <p:nvPr>
            <p:ph idx="1"/>
          </p:nvPr>
        </p:nvSpPr>
        <p:spPr>
          <a:xfrm>
            <a:off x="628650" y="1825625"/>
            <a:ext cx="7886700" cy="3508375"/>
          </a:xfrm>
        </p:spPr>
        <p:txBody>
          <a:bodyPr/>
          <a:lstStyle/>
          <a:p>
            <a:pPr marL="291600" indent="-291600">
              <a:spcBef>
                <a:spcPts val="1000"/>
              </a:spcBef>
            </a:pPr>
            <a:r>
              <a:rPr lang="en-US" dirty="0"/>
              <a:t>Built-in collection types include</a:t>
            </a:r>
          </a:p>
          <a:p>
            <a:pPr lvl="1">
              <a:spcBef>
                <a:spcPts val="1000"/>
              </a:spcBef>
            </a:pPr>
            <a:r>
              <a:rPr lang="en-US" dirty="0"/>
              <a:t>String, list, tuple, set, and dictionary</a:t>
            </a:r>
          </a:p>
          <a:p>
            <a:pPr lvl="1">
              <a:spcBef>
                <a:spcPts val="1000"/>
              </a:spcBef>
            </a:pPr>
            <a:r>
              <a:rPr lang="en-US" dirty="0"/>
              <a:t>String and list are the most common and fundamental types</a:t>
            </a:r>
          </a:p>
          <a:p>
            <a:pPr marL="291600" indent="-291600">
              <a:spcBef>
                <a:spcPts val="1000"/>
              </a:spcBef>
            </a:pPr>
            <a:r>
              <a:rPr lang="en-US" dirty="0"/>
              <a:t>Other important types of collections include</a:t>
            </a:r>
          </a:p>
          <a:p>
            <a:pPr lvl="1">
              <a:spcBef>
                <a:spcPts val="1000"/>
              </a:spcBef>
            </a:pPr>
            <a:r>
              <a:rPr lang="en-US" dirty="0"/>
              <a:t>Stacks, queues, priority queues, binary search trees, heaps, graphs, bags, and various types of sorted </a:t>
            </a:r>
            <a:r>
              <a:rPr lang="en-US" dirty="0" smtClean="0"/>
              <a:t>collections</a:t>
            </a:r>
            <a:endParaRPr lang="en-US" dirty="0"/>
          </a:p>
        </p:txBody>
      </p:sp>
      <p:sp>
        <p:nvSpPr>
          <p:cNvPr id="4" name="Footer Placeholder 3"/>
          <p:cNvSpPr>
            <a:spLocks noGrp="1"/>
          </p:cNvSpPr>
          <p:nvPr>
            <p:ph type="ftr" sz="quarter" idx="11"/>
          </p:nvPr>
        </p:nvSpPr>
        <p:spPr>
          <a:xfrm>
            <a:off x="628650" y="6156519"/>
            <a:ext cx="7886700" cy="549081"/>
          </a:xfrm>
        </p:spPr>
        <p:txBody>
          <a:bodyPr/>
          <a:lstStyle/>
          <a:p>
            <a:pPr>
              <a:defRPr/>
            </a:pPr>
            <a:r>
              <a:rPr lang="en-US" sz="900" dirty="0">
                <a:latin typeface="Open Sans" panose="020B0606030504020204" pitchFamily="34" charset="0"/>
                <a:ea typeface="Open Sans" panose="020B0606030504020204" pitchFamily="34" charset="0"/>
                <a:cs typeface="Open Sans" panose="020B0606030504020204" pitchFamily="34" charset="0"/>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54275777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Collection Types </a:t>
            </a:r>
            <a:r>
              <a:rPr lang="en-US" sz="2000" dirty="0"/>
              <a:t>(2 of 2)</a:t>
            </a:r>
          </a:p>
        </p:txBody>
      </p:sp>
      <p:sp>
        <p:nvSpPr>
          <p:cNvPr id="3" name="Content Placeholder 2"/>
          <p:cNvSpPr>
            <a:spLocks noGrp="1"/>
          </p:cNvSpPr>
          <p:nvPr>
            <p:ph idx="1"/>
          </p:nvPr>
        </p:nvSpPr>
        <p:spPr>
          <a:xfrm>
            <a:off x="628650" y="1825625"/>
            <a:ext cx="7886700" cy="3508375"/>
          </a:xfrm>
        </p:spPr>
        <p:txBody>
          <a:bodyPr/>
          <a:lstStyle/>
          <a:p>
            <a:pPr marL="291600" indent="-291600">
              <a:spcBef>
                <a:spcPts val="1000"/>
              </a:spcBef>
            </a:pPr>
            <a:r>
              <a:rPr lang="en-US" dirty="0"/>
              <a:t>Collections are typically dynamic rather than static:</a:t>
            </a:r>
          </a:p>
          <a:p>
            <a:pPr lvl="1">
              <a:spcBef>
                <a:spcPts val="1000"/>
              </a:spcBef>
            </a:pPr>
            <a:r>
              <a:rPr lang="en-US" dirty="0"/>
              <a:t>Can grow or shrink with the needs of the problem</a:t>
            </a:r>
          </a:p>
          <a:p>
            <a:pPr lvl="1">
              <a:spcBef>
                <a:spcPts val="1000"/>
              </a:spcBef>
            </a:pPr>
            <a:r>
              <a:rPr lang="en-US" dirty="0"/>
              <a:t>Contents can </a:t>
            </a:r>
            <a:r>
              <a:rPr lang="en-US" dirty="0" smtClean="0"/>
              <a:t>change throughout </a:t>
            </a:r>
            <a:r>
              <a:rPr lang="en-US" dirty="0"/>
              <a:t>the course of a program</a:t>
            </a:r>
          </a:p>
          <a:p>
            <a:pPr marL="291600" indent="-291600">
              <a:spcBef>
                <a:spcPts val="1000"/>
              </a:spcBef>
            </a:pPr>
            <a:r>
              <a:rPr lang="en-US" dirty="0"/>
              <a:t>Exception to the above</a:t>
            </a:r>
          </a:p>
          <a:p>
            <a:pPr lvl="1">
              <a:spcBef>
                <a:spcPts val="1000"/>
              </a:spcBef>
            </a:pPr>
            <a:r>
              <a:rPr lang="en-US" dirty="0"/>
              <a:t>Immutable collection – such as Python’s string or tuple</a:t>
            </a:r>
          </a:p>
          <a:p>
            <a:pPr lvl="1">
              <a:spcBef>
                <a:spcPts val="1000"/>
              </a:spcBef>
            </a:pPr>
            <a:r>
              <a:rPr lang="en-US" dirty="0"/>
              <a:t>Items are added during its creation and no items can be added, removed, or replaced later</a:t>
            </a:r>
          </a:p>
          <a:p>
            <a:pPr marL="291600" indent="-291600">
              <a:spcBef>
                <a:spcPts val="1000"/>
              </a:spcBef>
            </a:pPr>
            <a:r>
              <a:rPr lang="en-US" dirty="0"/>
              <a:t>Categories of collections include</a:t>
            </a:r>
          </a:p>
          <a:p>
            <a:pPr lvl="1">
              <a:spcBef>
                <a:spcPts val="1000"/>
              </a:spcBef>
            </a:pPr>
            <a:r>
              <a:rPr lang="en-US" dirty="0"/>
              <a:t>Linear, hierarchical, graph, unordered, and sorted</a:t>
            </a:r>
          </a:p>
        </p:txBody>
      </p:sp>
      <p:sp>
        <p:nvSpPr>
          <p:cNvPr id="5" name="Footer Placeholder 7"/>
          <p:cNvSpPr>
            <a:spLocks noGrp="1"/>
          </p:cNvSpPr>
          <p:nvPr>
            <p:ph type="ftr" sz="quarter" idx="11"/>
          </p:nvPr>
        </p:nvSpPr>
        <p:spPr>
          <a:xfrm>
            <a:off x="628650" y="6156519"/>
            <a:ext cx="7886700" cy="365125"/>
          </a:xfrm>
        </p:spPr>
        <p:txBody>
          <a:bodyPr/>
          <a:lstStyle/>
          <a:p>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423723110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49274"/>
          </a:xfrm>
        </p:spPr>
        <p:txBody>
          <a:bodyPr/>
          <a:lstStyle/>
          <a:p>
            <a:r>
              <a:rPr lang="en-US" b="1" dirty="0"/>
              <a:t>Linear Collections </a:t>
            </a:r>
            <a:r>
              <a:rPr lang="en-US" sz="2000" dirty="0"/>
              <a:t>(1 of 2)</a:t>
            </a:r>
          </a:p>
        </p:txBody>
      </p:sp>
      <p:sp>
        <p:nvSpPr>
          <p:cNvPr id="3" name="Content Placeholder 2"/>
          <p:cNvSpPr>
            <a:spLocks noGrp="1"/>
          </p:cNvSpPr>
          <p:nvPr>
            <p:ph idx="1"/>
          </p:nvPr>
        </p:nvSpPr>
        <p:spPr>
          <a:xfrm>
            <a:off x="628650" y="1825625"/>
            <a:ext cx="7886700" cy="1222375"/>
          </a:xfrm>
        </p:spPr>
        <p:txBody>
          <a:bodyPr/>
          <a:lstStyle/>
          <a:p>
            <a:pPr marL="291600" indent="-291600">
              <a:spcBef>
                <a:spcPts val="1000"/>
              </a:spcBef>
            </a:pPr>
            <a:r>
              <a:rPr lang="en-US" dirty="0"/>
              <a:t>Items in a linear collection are ordered by position:</a:t>
            </a:r>
          </a:p>
          <a:p>
            <a:pPr lvl="1">
              <a:spcBef>
                <a:spcPts val="1000"/>
              </a:spcBef>
            </a:pPr>
            <a:r>
              <a:rPr lang="en-US" dirty="0"/>
              <a:t>Each item (except the first) has a unique predecessor</a:t>
            </a:r>
          </a:p>
          <a:p>
            <a:pPr lvl="1">
              <a:spcBef>
                <a:spcPts val="1000"/>
              </a:spcBef>
            </a:pPr>
            <a:r>
              <a:rPr lang="en-US" dirty="0"/>
              <a:t>Each item (except the last) has a unique </a:t>
            </a:r>
            <a:r>
              <a:rPr lang="en-US" dirty="0" smtClean="0"/>
              <a:t>successor</a:t>
            </a:r>
            <a:endParaRPr lang="en-US" dirty="0"/>
          </a:p>
        </p:txBody>
      </p:sp>
      <p:sp>
        <p:nvSpPr>
          <p:cNvPr id="4" name="Footer Placeholder 3"/>
          <p:cNvSpPr>
            <a:spLocks noGrp="1"/>
          </p:cNvSpPr>
          <p:nvPr>
            <p:ph type="ftr" sz="quarter" idx="11"/>
          </p:nvPr>
        </p:nvSpPr>
        <p:spPr/>
        <p:txBody>
          <a:bodyPr/>
          <a:lstStyle/>
          <a:p>
            <a:pPr>
              <a:defRPr/>
            </a:pPr>
            <a:r>
              <a:rPr lang="en-US" sz="900" dirty="0">
                <a:latin typeface="Open Sans" panose="020B0606030504020204" pitchFamily="34" charset="0"/>
                <a:ea typeface="Open Sans" panose="020B0606030504020204" pitchFamily="34" charset="0"/>
                <a:cs typeface="Open Sans" panose="020B0606030504020204" pitchFamily="34" charset="0"/>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4599106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507805"/>
          </a:xfrm>
        </p:spPr>
        <p:txBody>
          <a:bodyPr/>
          <a:lstStyle/>
          <a:p>
            <a:r>
              <a:rPr lang="en-US" b="1" dirty="0"/>
              <a:t>Linear Collections </a:t>
            </a:r>
            <a:r>
              <a:rPr lang="en-US" sz="2000" dirty="0"/>
              <a:t>(2 of 2)</a:t>
            </a:r>
          </a:p>
        </p:txBody>
      </p:sp>
      <p:sp>
        <p:nvSpPr>
          <p:cNvPr id="3" name="Content Placeholder 2"/>
          <p:cNvSpPr>
            <a:spLocks noGrp="1"/>
          </p:cNvSpPr>
          <p:nvPr>
            <p:ph idx="1"/>
          </p:nvPr>
        </p:nvSpPr>
        <p:spPr>
          <a:xfrm>
            <a:off x="628650" y="1825625"/>
            <a:ext cx="3790950" cy="384175"/>
          </a:xfrm>
        </p:spPr>
        <p:txBody>
          <a:bodyPr/>
          <a:lstStyle/>
          <a:p>
            <a:pPr marL="0" indent="0">
              <a:spcBef>
                <a:spcPts val="1000"/>
              </a:spcBef>
              <a:buNone/>
            </a:pPr>
            <a:r>
              <a:rPr lang="en-IN" b="1" dirty="0"/>
              <a:t>Figure </a:t>
            </a:r>
            <a:r>
              <a:rPr lang="en-IN" b="1" dirty="0" smtClean="0"/>
              <a:t>2-1: </a:t>
            </a:r>
            <a:r>
              <a:rPr lang="en-IN" dirty="0"/>
              <a:t>A linear collection</a:t>
            </a:r>
            <a:endParaRPr lang="en-US" dirty="0"/>
          </a:p>
        </p:txBody>
      </p:sp>
      <p:pic>
        <p:nvPicPr>
          <p:cNvPr id="8" name="Content Placeholder 7" descr="Illustration shows a linear collection. Five circles designated D1, D2, D3, D4 and D5 representing data items are connected with a line."/>
          <p:cNvPicPr>
            <a:picLocks noGrp="1" noChangeAspect="1"/>
          </p:cNvPicPr>
          <p:nvPr>
            <p:ph sz="quarter" idx="12"/>
          </p:nvPr>
        </p:nvPicPr>
        <p:blipFill>
          <a:blip r:embed="rId2">
            <a:extLst>
              <a:ext uri="{28A0092B-C50C-407E-A947-70E740481C1C}">
                <a14:useLocalDpi xmlns:a14="http://schemas.microsoft.com/office/drawing/2010/main" val="0"/>
              </a:ext>
            </a:extLst>
          </a:blip>
          <a:stretch>
            <a:fillRect/>
          </a:stretch>
        </p:blipFill>
        <p:spPr>
          <a:xfrm>
            <a:off x="1600200" y="2743200"/>
            <a:ext cx="6115050" cy="1543050"/>
          </a:xfrm>
          <a:prstGeom prst="rect">
            <a:avLst/>
          </a:prstGeom>
        </p:spPr>
      </p:pic>
      <p:sp>
        <p:nvSpPr>
          <p:cNvPr id="4" name="Footer Placeholder 3"/>
          <p:cNvSpPr>
            <a:spLocks noGrp="1"/>
          </p:cNvSpPr>
          <p:nvPr>
            <p:ph type="ftr" sz="quarter" idx="11"/>
          </p:nvPr>
        </p:nvSpPr>
        <p:spPr/>
        <p:txBody>
          <a:bodyPr/>
          <a:lstStyle/>
          <a:p>
            <a:pPr>
              <a:defRPr/>
            </a:pPr>
            <a:r>
              <a:rPr lang="en-US" sz="900" dirty="0">
                <a:latin typeface="Open Sans" panose="020B0606030504020204" pitchFamily="34" charset="0"/>
                <a:ea typeface="Open Sans" panose="020B0606030504020204" pitchFamily="34" charset="0"/>
                <a:cs typeface="Open Sans" panose="020B0606030504020204" pitchFamily="34" charset="0"/>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423597698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Hierarchical Collections</a:t>
            </a:r>
            <a:r>
              <a:rPr lang="en-US" dirty="0"/>
              <a:t> </a:t>
            </a:r>
            <a:r>
              <a:rPr lang="en-US" sz="2000" dirty="0" smtClean="0"/>
              <a:t>(1 of 2)</a:t>
            </a:r>
            <a:endParaRPr lang="en-US" sz="2000" dirty="0"/>
          </a:p>
        </p:txBody>
      </p:sp>
      <p:sp>
        <p:nvSpPr>
          <p:cNvPr id="3" name="Content Placeholder 2"/>
          <p:cNvSpPr>
            <a:spLocks noGrp="1"/>
          </p:cNvSpPr>
          <p:nvPr>
            <p:ph idx="1"/>
          </p:nvPr>
        </p:nvSpPr>
        <p:spPr>
          <a:xfrm>
            <a:off x="628650" y="1825625"/>
            <a:ext cx="7886700" cy="1450975"/>
          </a:xfrm>
        </p:spPr>
        <p:txBody>
          <a:bodyPr/>
          <a:lstStyle/>
          <a:p>
            <a:pPr marL="291600" indent="-291600">
              <a:spcBef>
                <a:spcPts val="1000"/>
              </a:spcBef>
            </a:pPr>
            <a:r>
              <a:rPr lang="en-US" dirty="0"/>
              <a:t>Data items are ordered in a structure resembling an upside-down tree:</a:t>
            </a:r>
          </a:p>
          <a:p>
            <a:pPr lvl="1">
              <a:spcBef>
                <a:spcPts val="1000"/>
              </a:spcBef>
            </a:pPr>
            <a:r>
              <a:rPr lang="en-US" dirty="0"/>
              <a:t>Each data item (except the top) has just one predecessor, called its parent, but potentially many successors, called its </a:t>
            </a:r>
            <a:r>
              <a:rPr lang="en-US" dirty="0" smtClean="0"/>
              <a:t>children</a:t>
            </a:r>
            <a:endParaRPr lang="en-US" dirty="0"/>
          </a:p>
        </p:txBody>
      </p:sp>
      <p:sp>
        <p:nvSpPr>
          <p:cNvPr id="4" name="Footer Placeholder 3"/>
          <p:cNvSpPr>
            <a:spLocks noGrp="1"/>
          </p:cNvSpPr>
          <p:nvPr>
            <p:ph type="ftr" sz="quarter" idx="11"/>
          </p:nvPr>
        </p:nvSpPr>
        <p:spPr/>
        <p:txBody>
          <a:bodyPr/>
          <a:lstStyle/>
          <a:p>
            <a:pPr>
              <a:defRPr/>
            </a:pPr>
            <a:r>
              <a:rPr lang="en-US" sz="900" dirty="0">
                <a:latin typeface="Open Sans" panose="020B0606030504020204" pitchFamily="34" charset="0"/>
                <a:ea typeface="Open Sans" panose="020B0606030504020204" pitchFamily="34" charset="0"/>
                <a:cs typeface="Open Sans" panose="020B0606030504020204" pitchFamily="34" charset="0"/>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97755274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3"/>
          </a:xfrm>
        </p:spPr>
        <p:txBody>
          <a:bodyPr/>
          <a:lstStyle/>
          <a:p>
            <a:r>
              <a:rPr lang="en-US" b="1" dirty="0"/>
              <a:t>Hierarchical Collections </a:t>
            </a:r>
            <a:r>
              <a:rPr lang="en-US" sz="2000" dirty="0"/>
              <a:t>(2 of 2)</a:t>
            </a:r>
          </a:p>
        </p:txBody>
      </p:sp>
      <p:sp>
        <p:nvSpPr>
          <p:cNvPr id="3" name="Content Placeholder 2"/>
          <p:cNvSpPr>
            <a:spLocks noGrp="1"/>
          </p:cNvSpPr>
          <p:nvPr>
            <p:ph idx="1"/>
          </p:nvPr>
        </p:nvSpPr>
        <p:spPr>
          <a:xfrm>
            <a:off x="628650" y="1825625"/>
            <a:ext cx="7886700" cy="384175"/>
          </a:xfrm>
        </p:spPr>
        <p:txBody>
          <a:bodyPr/>
          <a:lstStyle/>
          <a:p>
            <a:pPr marL="0" indent="0">
              <a:spcBef>
                <a:spcPts val="1000"/>
              </a:spcBef>
              <a:buNone/>
            </a:pPr>
            <a:r>
              <a:rPr lang="en-IN" b="1" dirty="0"/>
              <a:t>Figure </a:t>
            </a:r>
            <a:r>
              <a:rPr lang="en-IN" b="1" dirty="0" smtClean="0"/>
              <a:t>2-2: </a:t>
            </a:r>
            <a:r>
              <a:rPr lang="en-IN" dirty="0"/>
              <a:t>A hierarchical collection</a:t>
            </a:r>
            <a:endParaRPr lang="en-US" dirty="0"/>
          </a:p>
        </p:txBody>
      </p:sp>
      <p:pic>
        <p:nvPicPr>
          <p:cNvPr id="7" name="Content Placeholder 6" descr="Illustration shows a hierarchical collection. Circles designated D1 to D6 representing data items are present. They are connected with lines top-down. D1 is present on the top of the hierarchy. D1 is connected to D2 and D3. D3 is connected to D4, D5, and D6."/>
          <p:cNvPicPr>
            <a:picLocks noGrp="1" noChangeAspect="1"/>
          </p:cNvPicPr>
          <p:nvPr>
            <p:ph sz="quarter" idx="12"/>
          </p:nvPr>
        </p:nvPicPr>
        <p:blipFill>
          <a:blip r:embed="rId2" cstate="print">
            <a:extLst>
              <a:ext uri="{28A0092B-C50C-407E-A947-70E740481C1C}">
                <a14:useLocalDpi xmlns:a14="http://schemas.microsoft.com/office/drawing/2010/main" val="0"/>
              </a:ext>
            </a:extLst>
          </a:blip>
          <a:stretch>
            <a:fillRect/>
          </a:stretch>
        </p:blipFill>
        <p:spPr>
          <a:xfrm>
            <a:off x="2590800" y="2362200"/>
            <a:ext cx="3832435" cy="3457830"/>
          </a:xfrm>
        </p:spPr>
      </p:pic>
      <p:sp>
        <p:nvSpPr>
          <p:cNvPr id="4" name="Footer Placeholder 3"/>
          <p:cNvSpPr>
            <a:spLocks noGrp="1"/>
          </p:cNvSpPr>
          <p:nvPr>
            <p:ph type="ftr" sz="quarter" idx="11"/>
          </p:nvPr>
        </p:nvSpPr>
        <p:spPr/>
        <p:txBody>
          <a:bodyPr/>
          <a:lstStyle/>
          <a:p>
            <a:pPr>
              <a:defRPr/>
            </a:pPr>
            <a:r>
              <a:rPr lang="en-US" sz="900" dirty="0">
                <a:latin typeface="Open Sans" panose="020B0606030504020204" pitchFamily="34" charset="0"/>
                <a:ea typeface="Open Sans" panose="020B0606030504020204" pitchFamily="34" charset="0"/>
                <a:cs typeface="Open Sans" panose="020B0606030504020204" pitchFamily="34" charset="0"/>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66449186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Graph Collections </a:t>
            </a:r>
            <a:r>
              <a:rPr lang="en-US" sz="2000" dirty="0"/>
              <a:t>(1 of 2)</a:t>
            </a:r>
          </a:p>
        </p:txBody>
      </p:sp>
      <p:sp>
        <p:nvSpPr>
          <p:cNvPr id="3" name="Content Placeholder 2"/>
          <p:cNvSpPr>
            <a:spLocks noGrp="1"/>
          </p:cNvSpPr>
          <p:nvPr>
            <p:ph idx="1"/>
          </p:nvPr>
        </p:nvSpPr>
        <p:spPr>
          <a:xfrm>
            <a:off x="628650" y="1825625"/>
            <a:ext cx="7886700" cy="612775"/>
          </a:xfrm>
        </p:spPr>
        <p:txBody>
          <a:bodyPr/>
          <a:lstStyle/>
          <a:p>
            <a:pPr marL="291600" indent="-291600">
              <a:spcBef>
                <a:spcPts val="1000"/>
              </a:spcBef>
            </a:pPr>
            <a:r>
              <a:rPr lang="en-US" dirty="0"/>
              <a:t>Each data item can have many predecessors and many </a:t>
            </a:r>
            <a:r>
              <a:rPr lang="en-US" dirty="0" smtClean="0"/>
              <a:t>successors</a:t>
            </a:r>
            <a:endParaRPr lang="en-US" dirty="0"/>
          </a:p>
        </p:txBody>
      </p:sp>
      <p:sp>
        <p:nvSpPr>
          <p:cNvPr id="4" name="Footer Placeholder 3"/>
          <p:cNvSpPr>
            <a:spLocks noGrp="1"/>
          </p:cNvSpPr>
          <p:nvPr>
            <p:ph type="ftr" sz="quarter" idx="11"/>
          </p:nvPr>
        </p:nvSpPr>
        <p:spPr/>
        <p:txBody>
          <a:bodyPr/>
          <a:lstStyle/>
          <a:p>
            <a:pPr>
              <a:defRPr/>
            </a:pPr>
            <a:r>
              <a:rPr lang="en-US" sz="900" dirty="0">
                <a:latin typeface="Open Sans" panose="020B0606030504020204" pitchFamily="34" charset="0"/>
                <a:ea typeface="Open Sans" panose="020B0606030504020204" pitchFamily="34" charset="0"/>
                <a:cs typeface="Open Sans" panose="020B0606030504020204" pitchFamily="34" charset="0"/>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78733473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396874"/>
          </a:xfrm>
        </p:spPr>
        <p:txBody>
          <a:bodyPr/>
          <a:lstStyle/>
          <a:p>
            <a:r>
              <a:rPr lang="en-US" b="1" dirty="0"/>
              <a:t>Graph Collections </a:t>
            </a:r>
            <a:r>
              <a:rPr lang="en-US" sz="2000" dirty="0"/>
              <a:t>(2 of 2)</a:t>
            </a:r>
          </a:p>
        </p:txBody>
      </p:sp>
      <p:sp>
        <p:nvSpPr>
          <p:cNvPr id="3" name="Content Placeholder 2"/>
          <p:cNvSpPr>
            <a:spLocks noGrp="1"/>
          </p:cNvSpPr>
          <p:nvPr>
            <p:ph idx="1"/>
          </p:nvPr>
        </p:nvSpPr>
        <p:spPr>
          <a:xfrm>
            <a:off x="628650" y="1825625"/>
            <a:ext cx="7886700" cy="384175"/>
          </a:xfrm>
        </p:spPr>
        <p:txBody>
          <a:bodyPr/>
          <a:lstStyle/>
          <a:p>
            <a:pPr marL="0" indent="0">
              <a:spcBef>
                <a:spcPts val="1000"/>
              </a:spcBef>
              <a:buNone/>
            </a:pPr>
            <a:r>
              <a:rPr lang="en-IN" b="1" dirty="0"/>
              <a:t>Figure </a:t>
            </a:r>
            <a:r>
              <a:rPr lang="en-IN" b="1" dirty="0" smtClean="0"/>
              <a:t>2-3: </a:t>
            </a:r>
            <a:r>
              <a:rPr lang="en-IN" dirty="0"/>
              <a:t>A graph collection</a:t>
            </a:r>
            <a:endParaRPr lang="en-US" dirty="0"/>
          </a:p>
        </p:txBody>
      </p:sp>
      <p:pic>
        <p:nvPicPr>
          <p:cNvPr id="7" name="Content Placeholder 6" descr="Illustration shows a graph collection. Circles designated D1 to D5 representing data items are present. They are connected with lines. D1 to D4 are arranged in the corners of a square. D1 is at the top left corner connected to D2 in the top right and D4 in the lower left corner. D2 and D4 are connected in a diagonal with D3 present in the center of the diagonal. The diagonal D1 and D5 with D3 in the center is also connected."/>
          <p:cNvPicPr>
            <a:picLocks noGrp="1" noChangeAspect="1"/>
          </p:cNvPicPr>
          <p:nvPr>
            <p:ph sz="quarter" idx="12"/>
          </p:nvPr>
        </p:nvPicPr>
        <p:blipFill>
          <a:blip r:embed="rId2" cstate="print">
            <a:extLst>
              <a:ext uri="{28A0092B-C50C-407E-A947-70E740481C1C}">
                <a14:useLocalDpi xmlns:a14="http://schemas.microsoft.com/office/drawing/2010/main" val="0"/>
              </a:ext>
            </a:extLst>
          </a:blip>
          <a:stretch>
            <a:fillRect/>
          </a:stretch>
        </p:blipFill>
        <p:spPr>
          <a:xfrm>
            <a:off x="2331124" y="2383255"/>
            <a:ext cx="3564038" cy="3571104"/>
          </a:xfrm>
        </p:spPr>
      </p:pic>
      <p:sp>
        <p:nvSpPr>
          <p:cNvPr id="4" name="Footer Placeholder 3"/>
          <p:cNvSpPr>
            <a:spLocks noGrp="1"/>
          </p:cNvSpPr>
          <p:nvPr>
            <p:ph type="ftr" sz="quarter" idx="11"/>
          </p:nvPr>
        </p:nvSpPr>
        <p:spPr/>
        <p:txBody>
          <a:bodyPr/>
          <a:lstStyle/>
          <a:p>
            <a:pPr>
              <a:defRPr/>
            </a:pPr>
            <a:r>
              <a:rPr lang="en-US" sz="900" dirty="0">
                <a:latin typeface="Open Sans" panose="020B0606030504020204" pitchFamily="34" charset="0"/>
                <a:ea typeface="Open Sans" panose="020B0606030504020204" pitchFamily="34" charset="0"/>
                <a:cs typeface="Open Sans" panose="020B0606030504020204" pitchFamily="34" charset="0"/>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84676544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Unordered Collections </a:t>
            </a:r>
            <a:r>
              <a:rPr lang="en-US" sz="2000" dirty="0"/>
              <a:t>(1 of 2)</a:t>
            </a:r>
          </a:p>
        </p:txBody>
      </p:sp>
      <p:sp>
        <p:nvSpPr>
          <p:cNvPr id="3" name="Content Placeholder 2"/>
          <p:cNvSpPr>
            <a:spLocks noGrp="1"/>
          </p:cNvSpPr>
          <p:nvPr>
            <p:ph idx="1"/>
          </p:nvPr>
        </p:nvSpPr>
        <p:spPr>
          <a:xfrm>
            <a:off x="628650" y="1825625"/>
            <a:ext cx="7886700" cy="1831975"/>
          </a:xfrm>
        </p:spPr>
        <p:txBody>
          <a:bodyPr/>
          <a:lstStyle/>
          <a:p>
            <a:pPr marL="291600" indent="-291600">
              <a:spcBef>
                <a:spcPts val="1000"/>
              </a:spcBef>
            </a:pPr>
            <a:r>
              <a:rPr lang="en-US" dirty="0"/>
              <a:t>Items are not in any particular order:</a:t>
            </a:r>
          </a:p>
          <a:p>
            <a:pPr lvl="1">
              <a:spcBef>
                <a:spcPts val="1000"/>
              </a:spcBef>
            </a:pPr>
            <a:r>
              <a:rPr lang="en-US" dirty="0"/>
              <a:t>Not possible to meaningfully speak of an item’s predecessor or successor</a:t>
            </a:r>
          </a:p>
          <a:p>
            <a:pPr marL="291600" indent="-291600">
              <a:spcBef>
                <a:spcPts val="1000"/>
              </a:spcBef>
            </a:pPr>
            <a:r>
              <a:rPr lang="en-US" dirty="0"/>
              <a:t>Example</a:t>
            </a:r>
          </a:p>
          <a:p>
            <a:pPr lvl="1">
              <a:spcBef>
                <a:spcPts val="1000"/>
              </a:spcBef>
            </a:pPr>
            <a:r>
              <a:rPr lang="en-US" dirty="0"/>
              <a:t>A bag of </a:t>
            </a:r>
            <a:r>
              <a:rPr lang="en-US" dirty="0" smtClean="0"/>
              <a:t>marbles</a:t>
            </a:r>
            <a:endParaRPr lang="en-US" dirty="0"/>
          </a:p>
        </p:txBody>
      </p:sp>
      <p:sp>
        <p:nvSpPr>
          <p:cNvPr id="4" name="Footer Placeholder 3"/>
          <p:cNvSpPr>
            <a:spLocks noGrp="1"/>
          </p:cNvSpPr>
          <p:nvPr>
            <p:ph type="ftr" sz="quarter" idx="11"/>
          </p:nvPr>
        </p:nvSpPr>
        <p:spPr/>
        <p:txBody>
          <a:bodyPr/>
          <a:lstStyle/>
          <a:p>
            <a:pPr>
              <a:defRPr/>
            </a:pPr>
            <a:r>
              <a:rPr lang="en-US" sz="900" dirty="0">
                <a:latin typeface="Open Sans" panose="020B0606030504020204" pitchFamily="34" charset="0"/>
                <a:ea typeface="Open Sans" panose="020B0606030504020204" pitchFamily="34" charset="0"/>
                <a:cs typeface="Open Sans" panose="020B0606030504020204" pitchFamily="34" charset="0"/>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76678798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Unordered Collections </a:t>
            </a:r>
            <a:r>
              <a:rPr lang="en-US" sz="2000" dirty="0"/>
              <a:t>(2 of 2)</a:t>
            </a:r>
          </a:p>
        </p:txBody>
      </p:sp>
      <p:sp>
        <p:nvSpPr>
          <p:cNvPr id="3" name="Content Placeholder 2"/>
          <p:cNvSpPr>
            <a:spLocks noGrp="1"/>
          </p:cNvSpPr>
          <p:nvPr>
            <p:ph idx="1"/>
          </p:nvPr>
        </p:nvSpPr>
        <p:spPr>
          <a:xfrm>
            <a:off x="628650" y="1825625"/>
            <a:ext cx="7886700" cy="384175"/>
          </a:xfrm>
        </p:spPr>
        <p:txBody>
          <a:bodyPr/>
          <a:lstStyle/>
          <a:p>
            <a:pPr marL="0" indent="0">
              <a:spcBef>
                <a:spcPts val="1000"/>
              </a:spcBef>
              <a:buNone/>
            </a:pPr>
            <a:r>
              <a:rPr lang="en-IN" b="1" dirty="0"/>
              <a:t>Figure </a:t>
            </a:r>
            <a:r>
              <a:rPr lang="en-IN" b="1" dirty="0" smtClean="0"/>
              <a:t>2-4: </a:t>
            </a:r>
            <a:r>
              <a:rPr lang="en-IN" dirty="0"/>
              <a:t>An unordered collection</a:t>
            </a:r>
            <a:endParaRPr lang="en-US" dirty="0"/>
          </a:p>
        </p:txBody>
      </p:sp>
      <p:pic>
        <p:nvPicPr>
          <p:cNvPr id="7" name="Content Placeholder 6" descr="Illustration shows an unordered collection. Circles designated D1 to D5 representing data items randomly appear in a square."/>
          <p:cNvPicPr>
            <a:picLocks noGrp="1" noChangeAspect="1"/>
          </p:cNvPicPr>
          <p:nvPr>
            <p:ph sz="quarter" idx="12"/>
          </p:nvPr>
        </p:nvPicPr>
        <p:blipFill>
          <a:blip r:embed="rId2" cstate="print">
            <a:extLst>
              <a:ext uri="{28A0092B-C50C-407E-A947-70E740481C1C}">
                <a14:useLocalDpi xmlns:a14="http://schemas.microsoft.com/office/drawing/2010/main" val="0"/>
              </a:ext>
            </a:extLst>
          </a:blip>
          <a:stretch>
            <a:fillRect/>
          </a:stretch>
        </p:blipFill>
        <p:spPr>
          <a:xfrm>
            <a:off x="2553529" y="2416081"/>
            <a:ext cx="3525135" cy="3482230"/>
          </a:xfrm>
        </p:spPr>
      </p:pic>
      <p:sp>
        <p:nvSpPr>
          <p:cNvPr id="4" name="Footer Placeholder 3"/>
          <p:cNvSpPr>
            <a:spLocks noGrp="1"/>
          </p:cNvSpPr>
          <p:nvPr>
            <p:ph type="ftr" sz="quarter" idx="11"/>
          </p:nvPr>
        </p:nvSpPr>
        <p:spPr/>
        <p:txBody>
          <a:bodyPr/>
          <a:lstStyle/>
          <a:p>
            <a:pPr>
              <a:defRPr/>
            </a:pPr>
            <a:r>
              <a:rPr lang="en-US" sz="900" dirty="0">
                <a:latin typeface="Open Sans" panose="020B0606030504020204" pitchFamily="34" charset="0"/>
                <a:ea typeface="Open Sans" panose="020B0606030504020204" pitchFamily="34" charset="0"/>
                <a:cs typeface="Open Sans" panose="020B0606030504020204" pitchFamily="34" charset="0"/>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72726007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Sorted Collections</a:t>
            </a:r>
          </a:p>
        </p:txBody>
      </p:sp>
      <p:sp>
        <p:nvSpPr>
          <p:cNvPr id="3" name="Content Placeholder 2"/>
          <p:cNvSpPr>
            <a:spLocks noGrp="1"/>
          </p:cNvSpPr>
          <p:nvPr>
            <p:ph idx="1"/>
          </p:nvPr>
        </p:nvSpPr>
        <p:spPr>
          <a:xfrm>
            <a:off x="628650" y="1825625"/>
            <a:ext cx="7886700" cy="3813175"/>
          </a:xfrm>
        </p:spPr>
        <p:txBody>
          <a:bodyPr/>
          <a:lstStyle/>
          <a:p>
            <a:pPr marL="291600" indent="-291600">
              <a:spcBef>
                <a:spcPts val="1000"/>
              </a:spcBef>
            </a:pPr>
            <a:r>
              <a:rPr lang="en-US" dirty="0"/>
              <a:t>Imposes a natural ordering on its items</a:t>
            </a:r>
          </a:p>
          <a:p>
            <a:pPr marL="291600" indent="-291600">
              <a:spcBef>
                <a:spcPts val="1000"/>
              </a:spcBef>
            </a:pPr>
            <a:r>
              <a:rPr lang="en-US" dirty="0"/>
              <a:t>Examples</a:t>
            </a:r>
          </a:p>
          <a:p>
            <a:pPr lvl="1">
              <a:spcBef>
                <a:spcPts val="1000"/>
              </a:spcBef>
            </a:pPr>
            <a:r>
              <a:rPr lang="en-US" dirty="0"/>
              <a:t>Entries in a phone book and the names on a class roster</a:t>
            </a:r>
          </a:p>
          <a:p>
            <a:pPr marL="291600" indent="-291600">
              <a:spcBef>
                <a:spcPts val="1000"/>
              </a:spcBef>
            </a:pPr>
            <a:r>
              <a:rPr lang="en-US" dirty="0"/>
              <a:t>Must be some rule for comparing items</a:t>
            </a:r>
          </a:p>
          <a:p>
            <a:pPr marL="291600" indent="-291600">
              <a:spcBef>
                <a:spcPts val="1000"/>
              </a:spcBef>
            </a:pPr>
            <a:r>
              <a:rPr lang="en-US" dirty="0"/>
              <a:t>Sorted list is the most common example of a sorted collection</a:t>
            </a:r>
          </a:p>
          <a:p>
            <a:pPr marL="291600" indent="-291600">
              <a:spcBef>
                <a:spcPts val="1000"/>
              </a:spcBef>
            </a:pPr>
            <a:r>
              <a:rPr lang="en-US" dirty="0"/>
              <a:t>A special type of hierarchical collection also imposes a natural ordering on its items,</a:t>
            </a:r>
          </a:p>
          <a:p>
            <a:pPr lvl="1">
              <a:spcBef>
                <a:spcPts val="1000"/>
              </a:spcBef>
            </a:pPr>
            <a:r>
              <a:rPr lang="en-US" dirty="0"/>
              <a:t>Known as a </a:t>
            </a:r>
            <a:r>
              <a:rPr lang="en-US" b="1" dirty="0"/>
              <a:t>binary search tree</a:t>
            </a:r>
          </a:p>
          <a:p>
            <a:pPr marL="291600" indent="-291600">
              <a:spcBef>
                <a:spcPts val="1000"/>
              </a:spcBef>
            </a:pPr>
            <a:r>
              <a:rPr lang="en-US" dirty="0"/>
              <a:t>Sorted collections allow clients to visit all of its items in sorted order</a:t>
            </a:r>
          </a:p>
        </p:txBody>
      </p:sp>
      <p:sp>
        <p:nvSpPr>
          <p:cNvPr id="4" name="Footer Placeholder 3"/>
          <p:cNvSpPr>
            <a:spLocks noGrp="1"/>
          </p:cNvSpPr>
          <p:nvPr>
            <p:ph type="ftr" sz="quarter" idx="11"/>
          </p:nvPr>
        </p:nvSpPr>
        <p:spPr/>
        <p:txBody>
          <a:bodyPr/>
          <a:lstStyle/>
          <a:p>
            <a:pPr>
              <a:defRPr/>
            </a:pPr>
            <a:r>
              <a:rPr lang="en-US" sz="900" dirty="0">
                <a:latin typeface="Open Sans" panose="020B0606030504020204" pitchFamily="34" charset="0"/>
                <a:ea typeface="Open Sans" panose="020B0606030504020204" pitchFamily="34" charset="0"/>
                <a:cs typeface="Open Sans" panose="020B0606030504020204" pitchFamily="34" charset="0"/>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84046214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372454"/>
          </a:xfrm>
        </p:spPr>
        <p:txBody>
          <a:bodyPr/>
          <a:lstStyle/>
          <a:p>
            <a:r>
              <a:rPr lang="en-US" b="1" dirty="0"/>
              <a:t>A Taxonomy of Collection Types</a:t>
            </a:r>
          </a:p>
        </p:txBody>
      </p:sp>
      <p:sp>
        <p:nvSpPr>
          <p:cNvPr id="3" name="Content Placeholder 2"/>
          <p:cNvSpPr>
            <a:spLocks noGrp="1"/>
          </p:cNvSpPr>
          <p:nvPr>
            <p:ph idx="1"/>
          </p:nvPr>
        </p:nvSpPr>
        <p:spPr>
          <a:xfrm>
            <a:off x="628650" y="1825625"/>
            <a:ext cx="4019550" cy="688975"/>
          </a:xfrm>
        </p:spPr>
        <p:txBody>
          <a:bodyPr>
            <a:normAutofit/>
          </a:bodyPr>
          <a:lstStyle/>
          <a:p>
            <a:pPr marL="0" indent="0">
              <a:spcBef>
                <a:spcPts val="1000"/>
              </a:spcBef>
              <a:buNone/>
            </a:pPr>
            <a:r>
              <a:rPr lang="en-IN" b="1" dirty="0"/>
              <a:t>Figure </a:t>
            </a:r>
            <a:r>
              <a:rPr lang="en-IN" b="1" dirty="0" smtClean="0"/>
              <a:t>2-5: </a:t>
            </a:r>
            <a:r>
              <a:rPr lang="en-IN" dirty="0"/>
              <a:t>A taxonomy of collection types</a:t>
            </a:r>
            <a:endParaRPr lang="en-US" dirty="0"/>
          </a:p>
        </p:txBody>
      </p:sp>
      <p:pic>
        <p:nvPicPr>
          <p:cNvPr id="7" name="Content Placeholder 6" descr="Illustration shows taxonomy of collection types. Collections can be a Graph collection, Hierarchical collection, Linear collection, or Unordered collection.  A Hierarchical collection can be a Binary search tree or a heap. A Linear collection can be a List, Queue, Stack or String. A List can be a Sorted List. A Queue can be a Priority Queue. An Unordered collection can be a Bag, Dictionary or Set. A Bag can be a Sorted bag. A Dictionary can be a Sorted Dictionary. A set can be Sorted set."/>
          <p:cNvPicPr>
            <a:picLocks noGrp="1" noChangeAspect="1"/>
          </p:cNvPicPr>
          <p:nvPr>
            <p:ph sz="quarter" idx="12"/>
          </p:nvPr>
        </p:nvPicPr>
        <p:blipFill>
          <a:blip r:embed="rId2" cstate="print">
            <a:extLst>
              <a:ext uri="{28A0092B-C50C-407E-A947-70E740481C1C}">
                <a14:useLocalDpi xmlns:a14="http://schemas.microsoft.com/office/drawing/2010/main" val="0"/>
              </a:ext>
            </a:extLst>
          </a:blip>
          <a:stretch>
            <a:fillRect/>
          </a:stretch>
        </p:blipFill>
        <p:spPr>
          <a:xfrm>
            <a:off x="5305060" y="891580"/>
            <a:ext cx="3401686" cy="5199720"/>
          </a:xfrm>
        </p:spPr>
      </p:pic>
      <p:sp>
        <p:nvSpPr>
          <p:cNvPr id="4" name="Footer Placeholder 3"/>
          <p:cNvSpPr>
            <a:spLocks noGrp="1"/>
          </p:cNvSpPr>
          <p:nvPr>
            <p:ph type="ftr" sz="quarter" idx="11"/>
          </p:nvPr>
        </p:nvSpPr>
        <p:spPr/>
        <p:txBody>
          <a:bodyPr/>
          <a:lstStyle/>
          <a:p>
            <a:pPr>
              <a:defRPr/>
            </a:pPr>
            <a:r>
              <a:rPr lang="en-US" sz="900" dirty="0">
                <a:latin typeface="Open Sans" panose="020B0606030504020204" pitchFamily="34" charset="0"/>
                <a:ea typeface="Open Sans" panose="020B0606030504020204" pitchFamily="34" charset="0"/>
                <a:cs typeface="Open Sans" panose="020B0606030504020204" pitchFamily="34" charset="0"/>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98250257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49274"/>
          </a:xfrm>
        </p:spPr>
        <p:txBody>
          <a:bodyPr/>
          <a:lstStyle/>
          <a:p>
            <a:r>
              <a:rPr lang="en-US" b="1" dirty="0"/>
              <a:t>Operations on Collections </a:t>
            </a:r>
            <a:r>
              <a:rPr lang="en-US" sz="2000" dirty="0"/>
              <a:t>(1 of 2)</a:t>
            </a:r>
          </a:p>
        </p:txBody>
      </p:sp>
      <p:graphicFrame>
        <p:nvGraphicFramePr>
          <p:cNvPr id="8" name="Content Placeholder 7" descr="Table is accessible to screenreaders"/>
          <p:cNvGraphicFramePr>
            <a:graphicFrameLocks noGrp="1"/>
          </p:cNvGraphicFramePr>
          <p:nvPr>
            <p:ph idx="1"/>
            <p:extLst>
              <p:ext uri="{D42A27DB-BD31-4B8C-83A1-F6EECF244321}">
                <p14:modId xmlns:p14="http://schemas.microsoft.com/office/powerpoint/2010/main" val="3743912704"/>
              </p:ext>
            </p:extLst>
          </p:nvPr>
        </p:nvGraphicFramePr>
        <p:xfrm>
          <a:off x="1454274" y="1656949"/>
          <a:ext cx="6781800" cy="3914140"/>
        </p:xfrm>
        <a:graphic>
          <a:graphicData uri="http://schemas.openxmlformats.org/drawingml/2006/table">
            <a:tbl>
              <a:tblPr firstRow="1" bandRow="1">
                <a:tableStyleId>{5C22544A-7EE6-4342-B048-85BDC9FD1C3A}</a:tableStyleId>
              </a:tblPr>
              <a:tblGrid>
                <a:gridCol w="2438400">
                  <a:extLst>
                    <a:ext uri="{9D8B030D-6E8A-4147-A177-3AD203B41FA5}">
                      <a16:colId xmlns:a16="http://schemas.microsoft.com/office/drawing/2014/main" xmlns="" val="20000"/>
                    </a:ext>
                  </a:extLst>
                </a:gridCol>
                <a:gridCol w="4343400">
                  <a:extLst>
                    <a:ext uri="{9D8B030D-6E8A-4147-A177-3AD203B41FA5}">
                      <a16:colId xmlns:a16="http://schemas.microsoft.com/office/drawing/2014/main" xmlns="" val="20001"/>
                    </a:ext>
                  </a:extLst>
                </a:gridCol>
              </a:tblGrid>
              <a:tr h="370840">
                <a:tc>
                  <a:txBody>
                    <a:bodyPr/>
                    <a:lstStyle/>
                    <a:p>
                      <a:r>
                        <a:rPr lang="en-US" dirty="0">
                          <a:solidFill>
                            <a:schemeClr val="bg2">
                              <a:lumMod val="10000"/>
                            </a:schemeClr>
                          </a:solidFill>
                          <a:latin typeface="Open Sans" panose="020B0606030504020204"/>
                          <a:ea typeface="Open Sans" panose="020B0606030504020204" pitchFamily="34" charset="0"/>
                          <a:cs typeface="Open Sans" panose="020B0606030504020204" pitchFamily="34" charset="0"/>
                        </a:rPr>
                        <a:t>Category of Operation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bg2">
                              <a:lumMod val="10000"/>
                            </a:schemeClr>
                          </a:solidFill>
                          <a:latin typeface="Open Sans" panose="020B0606030504020204"/>
                          <a:ea typeface="Open Sans" panose="020B0606030504020204" pitchFamily="34" charset="0"/>
                          <a:cs typeface="Open Sans" panose="020B0606030504020204" pitchFamily="34" charset="0"/>
                        </a:rPr>
                        <a:t>Description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0"/>
                  </a:ext>
                </a:extLst>
              </a:tr>
              <a:tr h="370840">
                <a:tc>
                  <a:txBody>
                    <a:bodyPr/>
                    <a:lstStyle/>
                    <a:p>
                      <a:r>
                        <a:rPr lang="en-US" sz="1350" kern="1200" dirty="0">
                          <a:solidFill>
                            <a:schemeClr val="dk1"/>
                          </a:solidFill>
                          <a:effectLst/>
                          <a:latin typeface="Open Sans" panose="020B0606030504020204"/>
                          <a:ea typeface="+mn-ea"/>
                          <a:cs typeface="+mn-cs"/>
                        </a:rPr>
                        <a:t>Determine the size</a:t>
                      </a:r>
                      <a:endParaRPr lang="en-US" dirty="0">
                        <a:latin typeface="Open Sans" panose="020B0606030504020204"/>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350" kern="1200" dirty="0">
                          <a:solidFill>
                            <a:schemeClr val="dk1"/>
                          </a:solidFill>
                          <a:effectLst/>
                          <a:latin typeface="Open Sans" panose="020B0606030504020204"/>
                          <a:ea typeface="+mn-ea"/>
                          <a:cs typeface="+mn-cs"/>
                        </a:rPr>
                        <a:t>Use Python’s </a:t>
                      </a:r>
                      <a:r>
                        <a:rPr lang="en-US" sz="1350" b="1" kern="1200" dirty="0">
                          <a:solidFill>
                            <a:schemeClr val="dk1"/>
                          </a:solidFill>
                          <a:effectLst/>
                          <a:latin typeface="Courier New" panose="02070309020205020404" pitchFamily="49" charset="0"/>
                          <a:ea typeface="+mn-ea"/>
                          <a:cs typeface="Courier New" panose="02070309020205020404" pitchFamily="49" charset="0"/>
                        </a:rPr>
                        <a:t>len</a:t>
                      </a:r>
                      <a:r>
                        <a:rPr lang="en-US" sz="1350" kern="1200" dirty="0">
                          <a:solidFill>
                            <a:schemeClr val="dk1"/>
                          </a:solidFill>
                          <a:effectLst/>
                          <a:latin typeface="Open Sans" panose="020B0606030504020204"/>
                          <a:ea typeface="+mn-ea"/>
                          <a:cs typeface="+mn-cs"/>
                        </a:rPr>
                        <a:t> function to obtain the number of items currently in the collection.</a:t>
                      </a:r>
                      <a:endParaRPr lang="en-US" dirty="0">
                        <a:latin typeface="Open Sans" panose="020B0606030504020204"/>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1"/>
                  </a:ext>
                </a:extLst>
              </a:tr>
              <a:tr h="370840">
                <a:tc>
                  <a:txBody>
                    <a:bodyPr/>
                    <a:lstStyle/>
                    <a:p>
                      <a:r>
                        <a:rPr lang="en-US" sz="1350" kern="1200" dirty="0">
                          <a:solidFill>
                            <a:schemeClr val="dk1"/>
                          </a:solidFill>
                          <a:effectLst/>
                          <a:latin typeface="Open Sans" panose="020B0606030504020204"/>
                          <a:ea typeface="+mn-ea"/>
                          <a:cs typeface="+mn-cs"/>
                        </a:rPr>
                        <a:t>Test for item membership</a:t>
                      </a:r>
                      <a:endParaRPr lang="en-US" dirty="0">
                        <a:latin typeface="Open Sans" panose="020B0606030504020204"/>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350" kern="1200" dirty="0">
                          <a:solidFill>
                            <a:schemeClr val="dk1"/>
                          </a:solidFill>
                          <a:effectLst/>
                          <a:latin typeface="Open Sans" panose="020B0606030504020204"/>
                          <a:ea typeface="+mn-ea"/>
                          <a:cs typeface="+mn-cs"/>
                        </a:rPr>
                        <a:t>Use Python’s </a:t>
                      </a:r>
                      <a:r>
                        <a:rPr lang="en-US" sz="1350" b="1" kern="1200" dirty="0">
                          <a:solidFill>
                            <a:schemeClr val="dk1"/>
                          </a:solidFill>
                          <a:effectLst/>
                          <a:latin typeface="Courier New" panose="02070309020205020404" pitchFamily="49" charset="0"/>
                          <a:ea typeface="+mn-ea"/>
                          <a:cs typeface="Courier New" panose="02070309020205020404" pitchFamily="49" charset="0"/>
                        </a:rPr>
                        <a:t>in</a:t>
                      </a:r>
                      <a:r>
                        <a:rPr lang="en-US" sz="1350" kern="1200" dirty="0">
                          <a:solidFill>
                            <a:schemeClr val="dk1"/>
                          </a:solidFill>
                          <a:effectLst/>
                          <a:latin typeface="Open Sans" panose="020B0606030504020204"/>
                          <a:ea typeface="+mn-ea"/>
                          <a:cs typeface="+mn-cs"/>
                        </a:rPr>
                        <a:t> operator to search for a given target item in the collection. Returns </a:t>
                      </a:r>
                      <a:r>
                        <a:rPr lang="en-US" sz="1350" b="1" kern="1200" dirty="0">
                          <a:solidFill>
                            <a:schemeClr val="dk1"/>
                          </a:solidFill>
                          <a:effectLst/>
                          <a:latin typeface="Courier New" panose="02070309020205020404" pitchFamily="49" charset="0"/>
                          <a:ea typeface="+mn-ea"/>
                          <a:cs typeface="Courier New" panose="02070309020205020404" pitchFamily="49" charset="0"/>
                        </a:rPr>
                        <a:t>True</a:t>
                      </a:r>
                      <a:r>
                        <a:rPr lang="en-US" sz="1350" kern="1200" dirty="0">
                          <a:solidFill>
                            <a:schemeClr val="dk1"/>
                          </a:solidFill>
                          <a:effectLst/>
                          <a:latin typeface="Open Sans" panose="020B0606030504020204"/>
                          <a:ea typeface="+mn-ea"/>
                          <a:cs typeface="+mn-cs"/>
                        </a:rPr>
                        <a:t> if the item is found, or </a:t>
                      </a:r>
                      <a:r>
                        <a:rPr lang="en-US" sz="1350" b="1" kern="1200" dirty="0">
                          <a:solidFill>
                            <a:schemeClr val="dk1"/>
                          </a:solidFill>
                          <a:effectLst/>
                          <a:latin typeface="Courier New" panose="02070309020205020404" pitchFamily="49" charset="0"/>
                          <a:ea typeface="+mn-ea"/>
                          <a:cs typeface="Courier New" panose="02070309020205020404" pitchFamily="49" charset="0"/>
                        </a:rPr>
                        <a:t>False</a:t>
                      </a:r>
                      <a:r>
                        <a:rPr lang="en-US" sz="1350" kern="1200" dirty="0">
                          <a:solidFill>
                            <a:schemeClr val="dk1"/>
                          </a:solidFill>
                          <a:effectLst/>
                          <a:latin typeface="Open Sans" panose="020B0606030504020204"/>
                          <a:ea typeface="+mn-ea"/>
                          <a:cs typeface="+mn-cs"/>
                        </a:rPr>
                        <a:t> otherwise.</a:t>
                      </a:r>
                      <a:endParaRPr lang="en-US" dirty="0">
                        <a:latin typeface="Open Sans" panose="020B0606030504020204"/>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2"/>
                  </a:ext>
                </a:extLst>
              </a:tr>
              <a:tr h="370840">
                <a:tc>
                  <a:txBody>
                    <a:bodyPr/>
                    <a:lstStyle/>
                    <a:p>
                      <a:r>
                        <a:rPr lang="en-US" sz="1350" kern="1200" dirty="0">
                          <a:solidFill>
                            <a:schemeClr val="dk1"/>
                          </a:solidFill>
                          <a:effectLst/>
                          <a:latin typeface="Open Sans" panose="020B0606030504020204"/>
                          <a:ea typeface="+mn-ea"/>
                          <a:cs typeface="+mn-cs"/>
                        </a:rPr>
                        <a:t>Traverse the collection</a:t>
                      </a:r>
                      <a:endParaRPr lang="en-US" dirty="0">
                        <a:latin typeface="Open Sans" panose="020B0606030504020204"/>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350" kern="1200" dirty="0">
                          <a:solidFill>
                            <a:schemeClr val="dk1"/>
                          </a:solidFill>
                          <a:effectLst/>
                          <a:latin typeface="Open Sans" panose="020B0606030504020204"/>
                          <a:ea typeface="+mn-ea"/>
                          <a:cs typeface="+mn-cs"/>
                        </a:rPr>
                        <a:t>Use Python’s </a:t>
                      </a:r>
                      <a:r>
                        <a:rPr lang="en-US" sz="1350" b="1" kern="1200" dirty="0">
                          <a:solidFill>
                            <a:schemeClr val="dk1"/>
                          </a:solidFill>
                          <a:effectLst/>
                          <a:latin typeface="Courier New" panose="02070309020205020404" pitchFamily="49" charset="0"/>
                          <a:ea typeface="+mn-ea"/>
                          <a:cs typeface="Courier New" panose="02070309020205020404" pitchFamily="49" charset="0"/>
                        </a:rPr>
                        <a:t>for</a:t>
                      </a:r>
                      <a:r>
                        <a:rPr lang="en-US" sz="1350" kern="1200" dirty="0">
                          <a:solidFill>
                            <a:schemeClr val="dk1"/>
                          </a:solidFill>
                          <a:effectLst/>
                          <a:latin typeface="Open Sans" panose="020B0606030504020204"/>
                          <a:ea typeface="+mn-ea"/>
                          <a:cs typeface="+mn-cs"/>
                        </a:rPr>
                        <a:t> loop to visit each item in the collection. The order in which the items are visited depends upon the type of collection.</a:t>
                      </a:r>
                      <a:endParaRPr lang="en-US" dirty="0">
                        <a:latin typeface="Open Sans" panose="020B0606030504020204"/>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3"/>
                  </a:ext>
                </a:extLst>
              </a:tr>
              <a:tr h="370840">
                <a:tc>
                  <a:txBody>
                    <a:bodyPr/>
                    <a:lstStyle/>
                    <a:p>
                      <a:r>
                        <a:rPr lang="en-US" sz="1350" kern="1200" dirty="0">
                          <a:solidFill>
                            <a:schemeClr val="dk1"/>
                          </a:solidFill>
                          <a:effectLst/>
                          <a:latin typeface="Open Sans" panose="020B0606030504020204"/>
                          <a:ea typeface="+mn-ea"/>
                          <a:cs typeface="+mn-cs"/>
                        </a:rPr>
                        <a:t>Obtain a string representation</a:t>
                      </a:r>
                      <a:endParaRPr lang="en-US" dirty="0">
                        <a:latin typeface="Open Sans" panose="020B0606030504020204"/>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350" kern="1200" dirty="0">
                          <a:solidFill>
                            <a:schemeClr val="dk1"/>
                          </a:solidFill>
                          <a:effectLst/>
                          <a:latin typeface="Open Sans" panose="020B0606030504020204"/>
                          <a:ea typeface="+mn-ea"/>
                          <a:cs typeface="+mn-cs"/>
                        </a:rPr>
                        <a:t>Use Python’s </a:t>
                      </a:r>
                      <a:r>
                        <a:rPr lang="en-US" sz="1350" b="1" kern="1200" dirty="0">
                          <a:solidFill>
                            <a:schemeClr val="dk1"/>
                          </a:solidFill>
                          <a:effectLst/>
                          <a:latin typeface="Courier New" panose="02070309020205020404" pitchFamily="49" charset="0"/>
                          <a:ea typeface="+mn-ea"/>
                          <a:cs typeface="Courier New" panose="02070309020205020404" pitchFamily="49" charset="0"/>
                        </a:rPr>
                        <a:t>str</a:t>
                      </a:r>
                      <a:r>
                        <a:rPr lang="en-US" sz="1350" kern="1200" dirty="0">
                          <a:solidFill>
                            <a:schemeClr val="dk1"/>
                          </a:solidFill>
                          <a:effectLst/>
                          <a:latin typeface="Open Sans" panose="020B0606030504020204"/>
                          <a:ea typeface="+mn-ea"/>
                          <a:cs typeface="+mn-cs"/>
                        </a:rPr>
                        <a:t> function to obtain the string representation of the collection.</a:t>
                      </a:r>
                      <a:endParaRPr lang="en-US" dirty="0">
                        <a:latin typeface="Open Sans" panose="020B0606030504020204"/>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4"/>
                  </a:ext>
                </a:extLst>
              </a:tr>
              <a:tr h="370840">
                <a:tc>
                  <a:txBody>
                    <a:bodyPr/>
                    <a:lstStyle/>
                    <a:p>
                      <a:r>
                        <a:rPr lang="en-US" sz="1350" kern="1200" dirty="0">
                          <a:solidFill>
                            <a:schemeClr val="dk1"/>
                          </a:solidFill>
                          <a:effectLst/>
                          <a:latin typeface="Open Sans" panose="020B0606030504020204"/>
                          <a:ea typeface="+mn-ea"/>
                          <a:cs typeface="+mn-cs"/>
                        </a:rPr>
                        <a:t>Test for equality</a:t>
                      </a:r>
                      <a:endParaRPr lang="en-US" dirty="0">
                        <a:latin typeface="Open Sans" panose="020B0606030504020204"/>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350" kern="1200" dirty="0">
                          <a:solidFill>
                            <a:schemeClr val="dk1"/>
                          </a:solidFill>
                          <a:effectLst/>
                          <a:latin typeface="Open Sans" panose="020B0606030504020204"/>
                          <a:ea typeface="+mn-ea"/>
                          <a:cs typeface="+mn-cs"/>
                        </a:rPr>
                        <a:t>Use Python’s </a:t>
                      </a:r>
                      <a:r>
                        <a:rPr lang="en-US" sz="1350" b="1" kern="1200" dirty="0">
                          <a:solidFill>
                            <a:schemeClr val="dk1"/>
                          </a:solidFill>
                          <a:effectLst/>
                          <a:latin typeface="Courier New" panose="02070309020205020404" pitchFamily="49" charset="0"/>
                          <a:ea typeface="+mn-ea"/>
                          <a:cs typeface="Courier New" panose="02070309020205020404" pitchFamily="49" charset="0"/>
                        </a:rPr>
                        <a:t>==</a:t>
                      </a:r>
                      <a:r>
                        <a:rPr lang="en-US" sz="1350" kern="1200" dirty="0">
                          <a:solidFill>
                            <a:schemeClr val="dk1"/>
                          </a:solidFill>
                          <a:effectLst/>
                          <a:latin typeface="Open Sans" panose="020B0606030504020204"/>
                          <a:ea typeface="+mn-ea"/>
                          <a:cs typeface="+mn-cs"/>
                        </a:rPr>
                        <a:t> operator to determine whether two collections are equal. Two collections are equal if they are of the same type and contain the same items. The order in which pairs of items are compared depends on the type of collection.</a:t>
                      </a:r>
                      <a:endParaRPr lang="en-US" dirty="0">
                        <a:latin typeface="Open Sans" panose="020B0606030504020204"/>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5"/>
                  </a:ext>
                </a:extLst>
              </a:tr>
            </a:tbl>
          </a:graphicData>
        </a:graphic>
      </p:graphicFrame>
      <p:sp>
        <p:nvSpPr>
          <p:cNvPr id="4" name="Footer Placeholder 3"/>
          <p:cNvSpPr>
            <a:spLocks noGrp="1"/>
          </p:cNvSpPr>
          <p:nvPr>
            <p:ph type="ftr" sz="quarter" idx="11"/>
          </p:nvPr>
        </p:nvSpPr>
        <p:spPr/>
        <p:txBody>
          <a:bodyPr/>
          <a:lstStyle/>
          <a:p>
            <a:pPr>
              <a:defRPr/>
            </a:pPr>
            <a:r>
              <a:rPr lang="en-US" sz="900" dirty="0">
                <a:latin typeface="Open Sans" panose="020B0606030504020204" pitchFamily="34" charset="0"/>
                <a:ea typeface="Open Sans" panose="020B0606030504020204" pitchFamily="34" charset="0"/>
                <a:cs typeface="Open Sans" panose="020B0606030504020204" pitchFamily="34" charset="0"/>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45989108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Operations on Collections </a:t>
            </a:r>
            <a:r>
              <a:rPr lang="en-US" sz="2000" dirty="0"/>
              <a:t>(2 of 2)</a:t>
            </a:r>
          </a:p>
        </p:txBody>
      </p:sp>
      <p:graphicFrame>
        <p:nvGraphicFramePr>
          <p:cNvPr id="8" name="Content Placeholder 7" descr="Table is accessible to screenreaders"/>
          <p:cNvGraphicFramePr>
            <a:graphicFrameLocks noGrp="1"/>
          </p:cNvGraphicFramePr>
          <p:nvPr>
            <p:ph idx="1"/>
            <p:extLst>
              <p:ext uri="{D42A27DB-BD31-4B8C-83A1-F6EECF244321}">
                <p14:modId xmlns:p14="http://schemas.microsoft.com/office/powerpoint/2010/main" val="1208730429"/>
              </p:ext>
            </p:extLst>
          </p:nvPr>
        </p:nvGraphicFramePr>
        <p:xfrm>
          <a:off x="1267843" y="1825625"/>
          <a:ext cx="6890385" cy="3891280"/>
        </p:xfrm>
        <a:graphic>
          <a:graphicData uri="http://schemas.openxmlformats.org/drawingml/2006/table">
            <a:tbl>
              <a:tblPr firstRow="1" bandRow="1">
                <a:tableStyleId>{5C22544A-7EE6-4342-B048-85BDC9FD1C3A}</a:tableStyleId>
              </a:tblPr>
              <a:tblGrid>
                <a:gridCol w="2927985">
                  <a:extLst>
                    <a:ext uri="{9D8B030D-6E8A-4147-A177-3AD203B41FA5}">
                      <a16:colId xmlns:a16="http://schemas.microsoft.com/office/drawing/2014/main" xmlns="" val="20000"/>
                    </a:ext>
                  </a:extLst>
                </a:gridCol>
                <a:gridCol w="3962400">
                  <a:extLst>
                    <a:ext uri="{9D8B030D-6E8A-4147-A177-3AD203B41FA5}">
                      <a16:colId xmlns:a16="http://schemas.microsoft.com/office/drawing/2014/main" xmlns="" val="20001"/>
                    </a:ext>
                  </a:extLst>
                </a:gridCol>
              </a:tblGrid>
              <a:tr h="304800">
                <a:tc>
                  <a:txBody>
                    <a:bodyPr/>
                    <a:lstStyle/>
                    <a:p>
                      <a:r>
                        <a:rPr lang="en-US" dirty="0">
                          <a:solidFill>
                            <a:schemeClr val="bg2">
                              <a:lumMod val="10000"/>
                            </a:schemeClr>
                          </a:solidFill>
                          <a:latin typeface="Open Sans" panose="020B0606030504020204"/>
                          <a:ea typeface="Open Sans" panose="020B0606030504020204" pitchFamily="34" charset="0"/>
                          <a:cs typeface="Open Sans" panose="020B0606030504020204" pitchFamily="34" charset="0"/>
                        </a:rPr>
                        <a:t>Category of Operation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bg2">
                              <a:lumMod val="10000"/>
                            </a:schemeClr>
                          </a:solidFill>
                          <a:latin typeface="Open Sans" panose="020B0606030504020204"/>
                          <a:ea typeface="Open Sans" panose="020B0606030504020204" pitchFamily="34" charset="0"/>
                          <a:cs typeface="Open Sans" panose="020B0606030504020204" pitchFamily="34" charset="0"/>
                        </a:rPr>
                        <a:t>Description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0"/>
                  </a:ext>
                </a:extLst>
              </a:tr>
              <a:tr h="772160">
                <a:tc>
                  <a:txBody>
                    <a:bodyPr/>
                    <a:lstStyle/>
                    <a:p>
                      <a:pPr marL="0" marR="0">
                        <a:lnSpc>
                          <a:spcPct val="200000"/>
                        </a:lnSpc>
                        <a:spcBef>
                          <a:spcPts val="0"/>
                        </a:spcBef>
                        <a:spcAft>
                          <a:spcPts val="0"/>
                        </a:spcAft>
                      </a:pPr>
                      <a:r>
                        <a:rPr lang="en-US" sz="1350" dirty="0">
                          <a:effectLst/>
                          <a:latin typeface="Open Sans" panose="020B0606030504020204"/>
                          <a:ea typeface="MS Mincho"/>
                          <a:cs typeface="Calibri" panose="020F0502020204030204" pitchFamily="34" charset="0"/>
                        </a:rPr>
                        <a:t>Concatenate two collections</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0000"/>
                        </a:lnSpc>
                        <a:spcBef>
                          <a:spcPts val="0"/>
                        </a:spcBef>
                        <a:spcAft>
                          <a:spcPts val="0"/>
                        </a:spcAft>
                      </a:pPr>
                      <a:r>
                        <a:rPr lang="en-US" sz="1350" dirty="0">
                          <a:effectLst/>
                          <a:latin typeface="Open Sans" panose="020B0606030504020204"/>
                          <a:ea typeface="MS Mincho"/>
                          <a:cs typeface="Calibri" panose="020F0502020204030204" pitchFamily="34" charset="0"/>
                        </a:rPr>
                        <a:t>Use Python’s </a:t>
                      </a:r>
                      <a:r>
                        <a:rPr lang="en-US" sz="1350" b="1" dirty="0">
                          <a:effectLst/>
                          <a:latin typeface="Courier New" panose="02070309020205020404" pitchFamily="49" charset="0"/>
                          <a:ea typeface="MS Mincho"/>
                          <a:cs typeface="Courier New" panose="02070309020205020404" pitchFamily="49" charset="0"/>
                        </a:rPr>
                        <a:t>+</a:t>
                      </a:r>
                      <a:r>
                        <a:rPr lang="en-US" sz="1350" dirty="0">
                          <a:effectLst/>
                          <a:latin typeface="Open Sans" panose="020B0606030504020204"/>
                          <a:ea typeface="MS Mincho"/>
                          <a:cs typeface="Calibri" panose="020F0502020204030204" pitchFamily="34" charset="0"/>
                        </a:rPr>
                        <a:t> operator to obtain a new collection of the same type as the operands, and containing the items in the two operands.</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1"/>
                  </a:ext>
                </a:extLst>
              </a:tr>
              <a:tr h="916940">
                <a:tc>
                  <a:txBody>
                    <a:bodyPr/>
                    <a:lstStyle/>
                    <a:p>
                      <a:pPr marL="0" marR="0">
                        <a:lnSpc>
                          <a:spcPct val="200000"/>
                        </a:lnSpc>
                        <a:spcBef>
                          <a:spcPts val="0"/>
                        </a:spcBef>
                        <a:spcAft>
                          <a:spcPts val="0"/>
                        </a:spcAft>
                      </a:pPr>
                      <a:r>
                        <a:rPr lang="en-US" sz="1350" dirty="0">
                          <a:effectLst/>
                          <a:latin typeface="Open Sans" panose="020B0606030504020204"/>
                          <a:ea typeface="MS Mincho"/>
                          <a:cs typeface="Calibri" panose="020F0502020204030204" pitchFamily="34" charset="0"/>
                        </a:rPr>
                        <a:t>Convert to another type of collection</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0000"/>
                        </a:lnSpc>
                        <a:spcBef>
                          <a:spcPts val="0"/>
                        </a:spcBef>
                        <a:spcAft>
                          <a:spcPts val="0"/>
                        </a:spcAft>
                      </a:pPr>
                      <a:r>
                        <a:rPr lang="en-US" sz="1350" dirty="0">
                          <a:effectLst/>
                          <a:latin typeface="Open Sans" panose="020B0606030504020204"/>
                          <a:ea typeface="MS Mincho"/>
                          <a:cs typeface="Calibri" panose="020F0502020204030204" pitchFamily="34" charset="0"/>
                        </a:rPr>
                        <a:t>Create a new collection with the same items as a source collection. Cloning is a special case of type conversion, where the two collections are of the same type.</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2"/>
                  </a:ext>
                </a:extLst>
              </a:tr>
              <a:tr h="474980">
                <a:tc>
                  <a:txBody>
                    <a:bodyPr/>
                    <a:lstStyle/>
                    <a:p>
                      <a:pPr marL="0" marR="0">
                        <a:lnSpc>
                          <a:spcPct val="200000"/>
                        </a:lnSpc>
                        <a:spcBef>
                          <a:spcPts val="0"/>
                        </a:spcBef>
                        <a:spcAft>
                          <a:spcPts val="0"/>
                        </a:spcAft>
                      </a:pPr>
                      <a:r>
                        <a:rPr lang="en-US" sz="1350" dirty="0">
                          <a:effectLst/>
                          <a:latin typeface="Open Sans" panose="020B0606030504020204"/>
                          <a:ea typeface="MS Mincho"/>
                          <a:cs typeface="Calibri" panose="020F0502020204030204" pitchFamily="34" charset="0"/>
                        </a:rPr>
                        <a:t>Insert an item</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0000"/>
                        </a:lnSpc>
                        <a:spcBef>
                          <a:spcPts val="0"/>
                        </a:spcBef>
                        <a:spcAft>
                          <a:spcPts val="0"/>
                        </a:spcAft>
                      </a:pPr>
                      <a:r>
                        <a:rPr lang="en-US" sz="1350" dirty="0">
                          <a:effectLst/>
                          <a:latin typeface="Open Sans" panose="020B0606030504020204"/>
                          <a:ea typeface="MS Mincho"/>
                          <a:cs typeface="Calibri" panose="020F0502020204030204" pitchFamily="34" charset="0"/>
                        </a:rPr>
                        <a:t>Add the item to the collection, possibly at a given position.</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3"/>
                  </a:ext>
                </a:extLst>
              </a:tr>
              <a:tr h="520700">
                <a:tc>
                  <a:txBody>
                    <a:bodyPr/>
                    <a:lstStyle/>
                    <a:p>
                      <a:pPr marL="0" marR="0">
                        <a:lnSpc>
                          <a:spcPct val="200000"/>
                        </a:lnSpc>
                        <a:spcBef>
                          <a:spcPts val="0"/>
                        </a:spcBef>
                        <a:spcAft>
                          <a:spcPts val="0"/>
                        </a:spcAft>
                      </a:pPr>
                      <a:r>
                        <a:rPr lang="en-US" sz="1350" dirty="0">
                          <a:effectLst/>
                          <a:latin typeface="Open Sans" panose="020B0606030504020204"/>
                          <a:ea typeface="MS Mincho"/>
                          <a:cs typeface="Calibri" panose="020F0502020204030204" pitchFamily="34" charset="0"/>
                        </a:rPr>
                        <a:t>Remove an item</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0000"/>
                        </a:lnSpc>
                        <a:spcBef>
                          <a:spcPts val="0"/>
                        </a:spcBef>
                        <a:spcAft>
                          <a:spcPts val="0"/>
                        </a:spcAft>
                      </a:pPr>
                      <a:r>
                        <a:rPr lang="en-US" sz="1350" dirty="0">
                          <a:effectLst/>
                          <a:latin typeface="Open Sans" panose="020B0606030504020204"/>
                          <a:ea typeface="MS Mincho"/>
                          <a:cs typeface="Calibri" panose="020F0502020204030204" pitchFamily="34" charset="0"/>
                        </a:rPr>
                        <a:t>Remove the item from the collection, possibly at a given position.</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4"/>
                  </a:ext>
                </a:extLst>
              </a:tr>
              <a:tr h="490220">
                <a:tc>
                  <a:txBody>
                    <a:bodyPr/>
                    <a:lstStyle/>
                    <a:p>
                      <a:pPr marL="0" marR="0">
                        <a:lnSpc>
                          <a:spcPct val="200000"/>
                        </a:lnSpc>
                        <a:spcBef>
                          <a:spcPts val="0"/>
                        </a:spcBef>
                        <a:spcAft>
                          <a:spcPts val="0"/>
                        </a:spcAft>
                      </a:pPr>
                      <a:r>
                        <a:rPr lang="en-US" sz="1350" dirty="0">
                          <a:effectLst/>
                          <a:latin typeface="Open Sans" panose="020B0606030504020204"/>
                          <a:ea typeface="MS Mincho"/>
                          <a:cs typeface="Calibri" panose="020F0502020204030204" pitchFamily="34" charset="0"/>
                        </a:rPr>
                        <a:t>Replace an item</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0000"/>
                        </a:lnSpc>
                        <a:spcBef>
                          <a:spcPts val="0"/>
                        </a:spcBef>
                        <a:spcAft>
                          <a:spcPts val="0"/>
                        </a:spcAft>
                      </a:pPr>
                      <a:r>
                        <a:rPr lang="en-US" sz="1350" dirty="0">
                          <a:effectLst/>
                          <a:latin typeface="Open Sans" panose="020B0606030504020204"/>
                          <a:ea typeface="MS Mincho"/>
                          <a:cs typeface="Calibri" panose="020F0502020204030204" pitchFamily="34" charset="0"/>
                        </a:rPr>
                        <a:t>Combine removal and insertion into one operation.</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5"/>
                  </a:ext>
                </a:extLst>
              </a:tr>
              <a:tr h="370840">
                <a:tc>
                  <a:txBody>
                    <a:bodyPr/>
                    <a:lstStyle/>
                    <a:p>
                      <a:pPr marL="0" marR="0">
                        <a:lnSpc>
                          <a:spcPct val="200000"/>
                        </a:lnSpc>
                        <a:spcBef>
                          <a:spcPts val="0"/>
                        </a:spcBef>
                        <a:spcAft>
                          <a:spcPts val="0"/>
                        </a:spcAft>
                      </a:pPr>
                      <a:r>
                        <a:rPr lang="en-US" sz="1350" dirty="0">
                          <a:effectLst/>
                          <a:latin typeface="Open Sans" panose="020B0606030504020204"/>
                          <a:ea typeface="MS Mincho"/>
                          <a:cs typeface="Calibri" panose="020F0502020204030204" pitchFamily="34" charset="0"/>
                        </a:rPr>
                        <a:t>Access or retrieve an item</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0000"/>
                        </a:lnSpc>
                        <a:spcBef>
                          <a:spcPts val="0"/>
                        </a:spcBef>
                        <a:spcAft>
                          <a:spcPts val="0"/>
                        </a:spcAft>
                      </a:pPr>
                      <a:r>
                        <a:rPr lang="en-US" sz="1350" dirty="0">
                          <a:effectLst/>
                          <a:latin typeface="Open Sans" panose="020B0606030504020204"/>
                          <a:ea typeface="MS Mincho"/>
                          <a:cs typeface="Calibri" panose="020F0502020204030204" pitchFamily="34" charset="0"/>
                        </a:rPr>
                        <a:t>Obtain an item, possibly at a given position.</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6"/>
                  </a:ext>
                </a:extLst>
              </a:tr>
            </a:tbl>
          </a:graphicData>
        </a:graphic>
      </p:graphicFrame>
      <p:sp>
        <p:nvSpPr>
          <p:cNvPr id="4" name="Footer Placeholder 3"/>
          <p:cNvSpPr>
            <a:spLocks noGrp="1"/>
          </p:cNvSpPr>
          <p:nvPr>
            <p:ph type="ftr" sz="quarter" idx="11"/>
          </p:nvPr>
        </p:nvSpPr>
        <p:spPr/>
        <p:txBody>
          <a:bodyPr/>
          <a:lstStyle/>
          <a:p>
            <a:pPr>
              <a:defRPr/>
            </a:pPr>
            <a:r>
              <a:rPr lang="en-US" sz="900" dirty="0">
                <a:latin typeface="Open Sans" panose="020B0606030504020204" pitchFamily="34" charset="0"/>
                <a:ea typeface="Open Sans" panose="020B0606030504020204" pitchFamily="34" charset="0"/>
                <a:cs typeface="Open Sans" panose="020B0606030504020204" pitchFamily="34" charset="0"/>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84853235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396874"/>
          </a:xfrm>
        </p:spPr>
        <p:txBody>
          <a:bodyPr/>
          <a:lstStyle/>
          <a:p>
            <a:r>
              <a:rPr lang="en-US" b="1" dirty="0"/>
              <a:t>Type </a:t>
            </a:r>
            <a:r>
              <a:rPr lang="en-US" b="1" dirty="0" smtClean="0"/>
              <a:t>Conversion</a:t>
            </a:r>
            <a:endParaRPr lang="en-US" sz="2000" dirty="0"/>
          </a:p>
        </p:txBody>
      </p:sp>
      <p:sp>
        <p:nvSpPr>
          <p:cNvPr id="3" name="Content Placeholder 2"/>
          <p:cNvSpPr>
            <a:spLocks noGrp="1"/>
          </p:cNvSpPr>
          <p:nvPr>
            <p:ph idx="1"/>
          </p:nvPr>
        </p:nvSpPr>
        <p:spPr>
          <a:xfrm>
            <a:off x="628650" y="1825625"/>
            <a:ext cx="8362950" cy="2289175"/>
          </a:xfrm>
        </p:spPr>
        <p:txBody>
          <a:bodyPr>
            <a:normAutofit/>
          </a:bodyPr>
          <a:lstStyle/>
          <a:p>
            <a:pPr marL="291600" indent="-291600">
              <a:spcBef>
                <a:spcPts val="1000"/>
              </a:spcBef>
            </a:pPr>
            <a:r>
              <a:rPr lang="en-US" dirty="0"/>
              <a:t>You might already know about type conversion from its use in the input of numbers:</a:t>
            </a:r>
          </a:p>
          <a:p>
            <a:pPr lvl="1">
              <a:spcBef>
                <a:spcPts val="1000"/>
              </a:spcBef>
            </a:pPr>
            <a:r>
              <a:rPr lang="en-US" dirty="0"/>
              <a:t>Convert a string of digits from the keyboard to an </a:t>
            </a:r>
            <a:r>
              <a:rPr lang="en-US" b="1" dirty="0">
                <a:latin typeface="Courier New" panose="02070309020205020404" pitchFamily="49" charset="0"/>
                <a:cs typeface="Courier New" panose="02070309020205020404" pitchFamily="49" charset="0"/>
              </a:rPr>
              <a:t>int</a:t>
            </a:r>
            <a:r>
              <a:rPr lang="en-US" dirty="0"/>
              <a:t> or </a:t>
            </a:r>
            <a:r>
              <a:rPr lang="en-US" b="1" dirty="0">
                <a:latin typeface="Courier New" panose="02070309020205020404" pitchFamily="49" charset="0"/>
                <a:cs typeface="Courier New" panose="02070309020205020404" pitchFamily="49" charset="0"/>
              </a:rPr>
              <a:t>float</a:t>
            </a:r>
            <a:r>
              <a:rPr lang="en-US" dirty="0"/>
              <a:t> by applying the </a:t>
            </a:r>
            <a:r>
              <a:rPr lang="en-US" b="1" dirty="0">
                <a:latin typeface="Courier New" panose="02070309020205020404" pitchFamily="49" charset="0"/>
                <a:cs typeface="Courier New" panose="02070309020205020404" pitchFamily="49" charset="0"/>
              </a:rPr>
              <a:t>int </a:t>
            </a:r>
            <a:r>
              <a:rPr lang="en-US" dirty="0"/>
              <a:t>or </a:t>
            </a:r>
            <a:r>
              <a:rPr lang="en-US" b="1" dirty="0">
                <a:latin typeface="Courier New" panose="02070309020205020404" pitchFamily="49" charset="0"/>
                <a:cs typeface="Courier New" panose="02070309020205020404" pitchFamily="49" charset="0"/>
              </a:rPr>
              <a:t>float</a:t>
            </a:r>
            <a:r>
              <a:rPr lang="en-US" dirty="0"/>
              <a:t> function to the input string</a:t>
            </a:r>
          </a:p>
          <a:p>
            <a:pPr marL="291600" indent="-291600">
              <a:spcBef>
                <a:spcPts val="1000"/>
              </a:spcBef>
            </a:pPr>
            <a:r>
              <a:rPr lang="en-US" dirty="0"/>
              <a:t>You can convert one type of collection to another type of collection in a similar manner:</a:t>
            </a:r>
          </a:p>
          <a:p>
            <a:pPr lvl="1">
              <a:spcBef>
                <a:spcPts val="1000"/>
              </a:spcBef>
            </a:pPr>
            <a:r>
              <a:rPr lang="en-US" dirty="0"/>
              <a:t>Converting a Python string to a Python list and a Python list to a Python tuple</a:t>
            </a:r>
            <a:r>
              <a:rPr lang="en-US" dirty="0" smtClean="0"/>
              <a:t>:</a:t>
            </a:r>
            <a:endParaRPr lang="en-US" dirty="0"/>
          </a:p>
        </p:txBody>
      </p:sp>
      <p:sp>
        <p:nvSpPr>
          <p:cNvPr id="5" name="Content Placeholder 4"/>
          <p:cNvSpPr>
            <a:spLocks noGrp="1"/>
          </p:cNvSpPr>
          <p:nvPr>
            <p:ph sz="quarter" idx="12"/>
          </p:nvPr>
        </p:nvSpPr>
        <p:spPr>
          <a:xfrm>
            <a:off x="681917" y="4199136"/>
            <a:ext cx="8286750" cy="1515863"/>
          </a:xfrm>
        </p:spPr>
        <p:txBody>
          <a:bodyPr>
            <a:normAutofit/>
          </a:bodyPr>
          <a:lstStyle/>
          <a:p>
            <a:pPr marL="514350" lvl="2" indent="0" algn="just">
              <a:spcBef>
                <a:spcPts val="0"/>
              </a:spcBef>
              <a:buNone/>
            </a:pPr>
            <a:r>
              <a:rPr lang="en-US" b="1" dirty="0">
                <a:latin typeface="Courier New" panose="02070309020205020404" pitchFamily="49" charset="0"/>
                <a:ea typeface="MS Mincho"/>
                <a:cs typeface="20"/>
              </a:rPr>
              <a:t>&gt;&gt;&gt; message = </a:t>
            </a:r>
            <a:r>
              <a:rPr lang="en-US" b="1" dirty="0">
                <a:solidFill>
                  <a:srgbClr val="006800"/>
                </a:solidFill>
                <a:latin typeface="Courier New" panose="02070309020205020404" pitchFamily="49" charset="0"/>
                <a:ea typeface="MS Mincho"/>
                <a:cs typeface="20"/>
              </a:rPr>
              <a:t>"Hi there!"</a:t>
            </a:r>
            <a:endParaRPr lang="en-US" dirty="0">
              <a:solidFill>
                <a:srgbClr val="006800"/>
              </a:solidFill>
              <a:latin typeface="20"/>
              <a:ea typeface="MS Mincho"/>
              <a:cs typeface="20"/>
            </a:endParaRPr>
          </a:p>
          <a:p>
            <a:pPr marL="514350" lvl="2" indent="0" algn="just">
              <a:spcBef>
                <a:spcPts val="0"/>
              </a:spcBef>
              <a:buNone/>
            </a:pPr>
            <a:r>
              <a:rPr lang="en-US" b="1" dirty="0">
                <a:latin typeface="Courier New" panose="02070309020205020404" pitchFamily="49" charset="0"/>
                <a:ea typeface="MS Mincho"/>
                <a:cs typeface="20"/>
              </a:rPr>
              <a:t>&gt;&gt;&gt; </a:t>
            </a:r>
            <a:r>
              <a:rPr lang="en-US" b="1" dirty="0" err="1">
                <a:latin typeface="Courier New" panose="02070309020205020404" pitchFamily="49" charset="0"/>
                <a:ea typeface="MS Mincho"/>
                <a:cs typeface="20"/>
              </a:rPr>
              <a:t>lyst</a:t>
            </a:r>
            <a:r>
              <a:rPr lang="en-US" b="1" dirty="0">
                <a:latin typeface="Courier New" panose="02070309020205020404" pitchFamily="49" charset="0"/>
                <a:ea typeface="MS Mincho"/>
                <a:cs typeface="20"/>
              </a:rPr>
              <a:t> = </a:t>
            </a:r>
            <a:r>
              <a:rPr lang="en-US" b="1" dirty="0">
                <a:solidFill>
                  <a:srgbClr val="660066"/>
                </a:solidFill>
                <a:latin typeface="Courier New" panose="02070309020205020404" pitchFamily="49" charset="0"/>
                <a:ea typeface="MS Mincho"/>
                <a:cs typeface="20"/>
              </a:rPr>
              <a:t>list</a:t>
            </a:r>
            <a:r>
              <a:rPr lang="en-US" b="1" dirty="0">
                <a:latin typeface="Courier New" panose="02070309020205020404" pitchFamily="49" charset="0"/>
                <a:ea typeface="MS Mincho"/>
                <a:cs typeface="20"/>
              </a:rPr>
              <a:t>(message)</a:t>
            </a:r>
            <a:endParaRPr lang="en-US" dirty="0">
              <a:latin typeface="20"/>
              <a:ea typeface="MS Mincho"/>
              <a:cs typeface="20"/>
            </a:endParaRPr>
          </a:p>
          <a:p>
            <a:pPr marL="514350" lvl="2" indent="0" algn="just">
              <a:spcBef>
                <a:spcPts val="0"/>
              </a:spcBef>
              <a:buNone/>
            </a:pPr>
            <a:r>
              <a:rPr lang="en-US" b="1" dirty="0">
                <a:latin typeface="Courier New" panose="02070309020205020404" pitchFamily="49" charset="0"/>
                <a:ea typeface="MS Mincho"/>
                <a:cs typeface="20"/>
              </a:rPr>
              <a:t>&gt;&gt;&gt; </a:t>
            </a:r>
            <a:r>
              <a:rPr lang="en-US" b="1" dirty="0" err="1">
                <a:latin typeface="Courier New" panose="02070309020205020404" pitchFamily="49" charset="0"/>
                <a:ea typeface="MS Mincho"/>
                <a:cs typeface="20"/>
              </a:rPr>
              <a:t>lyst</a:t>
            </a:r>
            <a:endParaRPr lang="en-US" dirty="0">
              <a:latin typeface="20"/>
              <a:ea typeface="MS Mincho"/>
              <a:cs typeface="20"/>
            </a:endParaRPr>
          </a:p>
          <a:p>
            <a:pPr marL="514350" lvl="2" indent="0" algn="just">
              <a:spcBef>
                <a:spcPts val="0"/>
              </a:spcBef>
              <a:buNone/>
            </a:pPr>
            <a:r>
              <a:rPr lang="en-US" b="1" dirty="0">
                <a:solidFill>
                  <a:srgbClr val="0000FF"/>
                </a:solidFill>
                <a:latin typeface="Courier New" panose="02070309020205020404" pitchFamily="49" charset="0"/>
                <a:ea typeface="MS Mincho"/>
                <a:cs typeface="20"/>
              </a:rPr>
              <a:t>['H', '</a:t>
            </a:r>
            <a:r>
              <a:rPr lang="en-US" b="1" dirty="0" err="1">
                <a:solidFill>
                  <a:srgbClr val="0000FF"/>
                </a:solidFill>
                <a:latin typeface="Courier New" panose="02070309020205020404" pitchFamily="49" charset="0"/>
                <a:ea typeface="MS Mincho"/>
                <a:cs typeface="20"/>
              </a:rPr>
              <a:t>i</a:t>
            </a:r>
            <a:r>
              <a:rPr lang="en-US" b="1" dirty="0">
                <a:solidFill>
                  <a:srgbClr val="0000FF"/>
                </a:solidFill>
                <a:latin typeface="Courier New" panose="02070309020205020404" pitchFamily="49" charset="0"/>
                <a:ea typeface="MS Mincho"/>
                <a:cs typeface="20"/>
              </a:rPr>
              <a:t>', ' ', 't', 'h', 'e', 'r', 'e', '!']</a:t>
            </a:r>
            <a:endParaRPr lang="en-US" dirty="0">
              <a:latin typeface="20"/>
              <a:ea typeface="MS Mincho"/>
              <a:cs typeface="20"/>
            </a:endParaRPr>
          </a:p>
          <a:p>
            <a:pPr marL="514350" lvl="2" indent="0" algn="just">
              <a:spcBef>
                <a:spcPts val="0"/>
              </a:spcBef>
              <a:buNone/>
            </a:pPr>
            <a:r>
              <a:rPr lang="en-US" b="1" dirty="0">
                <a:latin typeface="Courier New" panose="02070309020205020404" pitchFamily="49" charset="0"/>
                <a:ea typeface="MS Mincho"/>
                <a:cs typeface="20"/>
              </a:rPr>
              <a:t>&gt;&gt;&gt; </a:t>
            </a:r>
            <a:r>
              <a:rPr lang="en-US" b="1" dirty="0" err="1">
                <a:latin typeface="Courier New" panose="02070309020205020404" pitchFamily="49" charset="0"/>
                <a:ea typeface="MS Mincho"/>
                <a:cs typeface="20"/>
              </a:rPr>
              <a:t>toople</a:t>
            </a:r>
            <a:r>
              <a:rPr lang="en-US" b="1" dirty="0">
                <a:latin typeface="Courier New" panose="02070309020205020404" pitchFamily="49" charset="0"/>
                <a:ea typeface="MS Mincho"/>
                <a:cs typeface="20"/>
              </a:rPr>
              <a:t> = </a:t>
            </a:r>
            <a:r>
              <a:rPr lang="en-US" b="1" dirty="0">
                <a:solidFill>
                  <a:srgbClr val="660066"/>
                </a:solidFill>
                <a:latin typeface="Courier New" panose="02070309020205020404" pitchFamily="49" charset="0"/>
                <a:ea typeface="MS Mincho"/>
                <a:cs typeface="20"/>
              </a:rPr>
              <a:t>tuple</a:t>
            </a:r>
            <a:r>
              <a:rPr lang="en-US" b="1" dirty="0">
                <a:latin typeface="Courier New" panose="02070309020205020404" pitchFamily="49" charset="0"/>
                <a:ea typeface="MS Mincho"/>
                <a:cs typeface="20"/>
              </a:rPr>
              <a:t>(</a:t>
            </a:r>
            <a:r>
              <a:rPr lang="en-US" b="1" dirty="0" err="1">
                <a:latin typeface="Courier New" panose="02070309020205020404" pitchFamily="49" charset="0"/>
                <a:ea typeface="MS Mincho"/>
                <a:cs typeface="20"/>
              </a:rPr>
              <a:t>lyst</a:t>
            </a:r>
            <a:r>
              <a:rPr lang="en-US" b="1" dirty="0">
                <a:latin typeface="Courier New" panose="02070309020205020404" pitchFamily="49" charset="0"/>
                <a:ea typeface="MS Mincho"/>
                <a:cs typeface="20"/>
              </a:rPr>
              <a:t>)</a:t>
            </a:r>
            <a:endParaRPr lang="en-US" dirty="0">
              <a:latin typeface="20"/>
              <a:ea typeface="MS Mincho"/>
              <a:cs typeface="20"/>
            </a:endParaRPr>
          </a:p>
          <a:p>
            <a:pPr marL="514350" lvl="2" indent="0" algn="just">
              <a:spcBef>
                <a:spcPts val="0"/>
              </a:spcBef>
              <a:buNone/>
            </a:pPr>
            <a:r>
              <a:rPr lang="en-US" b="1" dirty="0">
                <a:latin typeface="Courier New" panose="02070309020205020404" pitchFamily="49" charset="0"/>
                <a:ea typeface="MS Mincho"/>
                <a:cs typeface="20"/>
              </a:rPr>
              <a:t>&gt;&gt;&gt; </a:t>
            </a:r>
            <a:r>
              <a:rPr lang="en-US" b="1" dirty="0" err="1">
                <a:latin typeface="Courier New" panose="02070309020205020404" pitchFamily="49" charset="0"/>
                <a:ea typeface="MS Mincho"/>
                <a:cs typeface="20"/>
              </a:rPr>
              <a:t>toople</a:t>
            </a:r>
            <a:endParaRPr lang="en-US" dirty="0">
              <a:latin typeface="20"/>
              <a:ea typeface="MS Mincho"/>
              <a:cs typeface="20"/>
            </a:endParaRPr>
          </a:p>
          <a:p>
            <a:pPr marL="514350" lvl="2" indent="0" algn="just">
              <a:spcBef>
                <a:spcPts val="0"/>
              </a:spcBef>
              <a:buNone/>
            </a:pPr>
            <a:r>
              <a:rPr lang="en-US" b="1" dirty="0">
                <a:solidFill>
                  <a:srgbClr val="0000FF"/>
                </a:solidFill>
                <a:latin typeface="Courier New" panose="02070309020205020404" pitchFamily="49" charset="0"/>
                <a:ea typeface="MS Mincho"/>
              </a:rPr>
              <a:t>('H', '</a:t>
            </a:r>
            <a:r>
              <a:rPr lang="en-US" b="1" dirty="0" err="1">
                <a:solidFill>
                  <a:srgbClr val="0000FF"/>
                </a:solidFill>
                <a:latin typeface="Courier New" panose="02070309020205020404" pitchFamily="49" charset="0"/>
                <a:ea typeface="MS Mincho"/>
              </a:rPr>
              <a:t>i</a:t>
            </a:r>
            <a:r>
              <a:rPr lang="en-US" b="1" dirty="0">
                <a:solidFill>
                  <a:srgbClr val="0000FF"/>
                </a:solidFill>
                <a:latin typeface="Courier New" panose="02070309020205020404" pitchFamily="49" charset="0"/>
                <a:ea typeface="MS Mincho"/>
              </a:rPr>
              <a:t>', ' ', 't', 'h', 'e', 'r', 'e', '!')</a:t>
            </a:r>
            <a:endParaRPr lang="en-IN" dirty="0"/>
          </a:p>
        </p:txBody>
      </p:sp>
      <p:sp>
        <p:nvSpPr>
          <p:cNvPr id="4" name="Footer Placeholder 3"/>
          <p:cNvSpPr>
            <a:spLocks noGrp="1"/>
          </p:cNvSpPr>
          <p:nvPr>
            <p:ph type="ftr" sz="quarter" idx="11"/>
          </p:nvPr>
        </p:nvSpPr>
        <p:spPr/>
        <p:txBody>
          <a:bodyPr/>
          <a:lstStyle/>
          <a:p>
            <a:pPr>
              <a:defRPr/>
            </a:pPr>
            <a:r>
              <a:rPr lang="en-US" sz="900" dirty="0">
                <a:latin typeface="Open Sans" panose="020B0606030504020204" pitchFamily="34" charset="0"/>
                <a:ea typeface="Open Sans" panose="020B0606030504020204" pitchFamily="34" charset="0"/>
                <a:cs typeface="Open Sans" panose="020B0606030504020204" pitchFamily="34" charset="0"/>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47848667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Cloning and </a:t>
            </a:r>
            <a:r>
              <a:rPr lang="en-US" b="1" dirty="0" smtClean="0"/>
              <a:t>Equality</a:t>
            </a:r>
            <a:endParaRPr lang="en-US" sz="2000" dirty="0"/>
          </a:p>
        </p:txBody>
      </p:sp>
      <p:sp>
        <p:nvSpPr>
          <p:cNvPr id="3" name="Content Placeholder 2"/>
          <p:cNvSpPr>
            <a:spLocks noGrp="1"/>
          </p:cNvSpPr>
          <p:nvPr>
            <p:ph idx="1"/>
          </p:nvPr>
        </p:nvSpPr>
        <p:spPr>
          <a:xfrm>
            <a:off x="628650" y="1825625"/>
            <a:ext cx="7886700" cy="1755775"/>
          </a:xfrm>
        </p:spPr>
        <p:txBody>
          <a:bodyPr/>
          <a:lstStyle/>
          <a:p>
            <a:pPr marL="291600" indent="-291600">
              <a:spcBef>
                <a:spcPts val="1000"/>
              </a:spcBef>
            </a:pPr>
            <a:r>
              <a:rPr lang="en-US" dirty="0"/>
              <a:t>Cloning</a:t>
            </a:r>
          </a:p>
          <a:p>
            <a:pPr lvl="1">
              <a:spcBef>
                <a:spcPts val="1000"/>
              </a:spcBef>
            </a:pPr>
            <a:r>
              <a:rPr lang="en-US" dirty="0"/>
              <a:t>A special case of type conversion</a:t>
            </a:r>
          </a:p>
          <a:p>
            <a:pPr lvl="1">
              <a:spcBef>
                <a:spcPts val="1000"/>
              </a:spcBef>
            </a:pPr>
            <a:r>
              <a:rPr lang="en-US" dirty="0"/>
              <a:t>Returns an exact copy of the argument to the conversion function</a:t>
            </a:r>
          </a:p>
          <a:p>
            <a:pPr marL="291600" indent="-291600">
              <a:spcBef>
                <a:spcPts val="1000"/>
              </a:spcBef>
            </a:pPr>
            <a:r>
              <a:rPr lang="en-US" dirty="0"/>
              <a:t>Example – this code segment makes a copy of a list and then compares the two lists using the </a:t>
            </a:r>
            <a:r>
              <a:rPr lang="en-US" b="1" dirty="0">
                <a:latin typeface="Courier New" panose="02070309020205020404" pitchFamily="49" charset="0"/>
                <a:cs typeface="Courier New" panose="02070309020205020404" pitchFamily="49" charset="0"/>
              </a:rPr>
              <a:t>is</a:t>
            </a:r>
            <a:r>
              <a:rPr lang="en-US" dirty="0"/>
              <a:t> and </a:t>
            </a:r>
            <a:r>
              <a:rPr lang="en-US" b="1" dirty="0">
                <a:latin typeface="Courier New" panose="02070309020205020404" pitchFamily="49" charset="0"/>
                <a:cs typeface="Courier New" panose="02070309020205020404" pitchFamily="49" charset="0"/>
              </a:rPr>
              <a:t>==</a:t>
            </a:r>
            <a:r>
              <a:rPr lang="en-US" dirty="0"/>
              <a:t> operators</a:t>
            </a:r>
            <a:r>
              <a:rPr lang="en-US" dirty="0" smtClean="0"/>
              <a:t>:</a:t>
            </a:r>
            <a:endParaRPr lang="en-US" dirty="0">
              <a:latin typeface="Courier New" panose="02070309020205020404" pitchFamily="49" charset="0"/>
              <a:cs typeface="Courier New" panose="02070309020205020404" pitchFamily="49" charset="0"/>
            </a:endParaRPr>
          </a:p>
        </p:txBody>
      </p:sp>
      <p:sp>
        <p:nvSpPr>
          <p:cNvPr id="5" name="Content Placeholder 4"/>
          <p:cNvSpPr>
            <a:spLocks noGrp="1"/>
          </p:cNvSpPr>
          <p:nvPr>
            <p:ph sz="quarter" idx="12"/>
          </p:nvPr>
        </p:nvSpPr>
        <p:spPr>
          <a:xfrm>
            <a:off x="628650" y="3687192"/>
            <a:ext cx="3562350" cy="1796248"/>
          </a:xfrm>
        </p:spPr>
        <p:txBody>
          <a:bodyPr>
            <a:normAutofit/>
          </a:bodyPr>
          <a:lstStyle/>
          <a:p>
            <a:pPr marL="342900" lvl="1" indent="0">
              <a:buNone/>
            </a:pPr>
            <a:r>
              <a:rPr lang="en-US" b="1" dirty="0">
                <a:latin typeface="Courier New" panose="02070309020205020404" pitchFamily="49" charset="0"/>
                <a:cs typeface="Courier New" panose="02070309020205020404" pitchFamily="49" charset="0"/>
              </a:rPr>
              <a:t>&gt;&gt;&gt; lyst1 = [2, 4, 8]</a:t>
            </a:r>
            <a:endParaRPr lang="en-US" sz="1300" dirty="0">
              <a:latin typeface="Courier New" panose="02070309020205020404" pitchFamily="49" charset="0"/>
              <a:cs typeface="Courier New" panose="02070309020205020404" pitchFamily="49" charset="0"/>
            </a:endParaRPr>
          </a:p>
          <a:p>
            <a:pPr marL="342900" lvl="1" indent="0">
              <a:buNone/>
            </a:pPr>
            <a:r>
              <a:rPr lang="en-US" b="1" dirty="0">
                <a:latin typeface="Courier New" panose="02070309020205020404" pitchFamily="49" charset="0"/>
                <a:cs typeface="Courier New" panose="02070309020205020404" pitchFamily="49" charset="0"/>
              </a:rPr>
              <a:t>&gt;&gt;&gt; lyst2 = list(lyst1)</a:t>
            </a:r>
            <a:endParaRPr lang="en-US" sz="1300" dirty="0">
              <a:latin typeface="Courier New" panose="02070309020205020404" pitchFamily="49" charset="0"/>
              <a:cs typeface="Courier New" panose="02070309020205020404" pitchFamily="49" charset="0"/>
            </a:endParaRPr>
          </a:p>
          <a:p>
            <a:pPr marL="342900" lvl="1" indent="0">
              <a:buNone/>
            </a:pPr>
            <a:r>
              <a:rPr lang="en-US" b="1" dirty="0">
                <a:latin typeface="Courier New" panose="02070309020205020404" pitchFamily="49" charset="0"/>
                <a:cs typeface="Courier New" panose="02070309020205020404" pitchFamily="49" charset="0"/>
              </a:rPr>
              <a:t>&gt;&gt;&gt; lyst1 is lyst2</a:t>
            </a:r>
            <a:endParaRPr lang="en-US" sz="1300" dirty="0">
              <a:latin typeface="Courier New" panose="02070309020205020404" pitchFamily="49" charset="0"/>
              <a:cs typeface="Courier New" panose="02070309020205020404" pitchFamily="49" charset="0"/>
            </a:endParaRPr>
          </a:p>
          <a:p>
            <a:pPr marL="342900" lvl="1" indent="0">
              <a:buNone/>
            </a:pPr>
            <a:r>
              <a:rPr lang="en-US" b="1" dirty="0">
                <a:latin typeface="Courier New" panose="02070309020205020404" pitchFamily="49" charset="0"/>
                <a:cs typeface="Courier New" panose="02070309020205020404" pitchFamily="49" charset="0"/>
              </a:rPr>
              <a:t>False</a:t>
            </a:r>
            <a:endParaRPr lang="en-US" sz="1300" dirty="0">
              <a:latin typeface="Courier New" panose="02070309020205020404" pitchFamily="49" charset="0"/>
              <a:cs typeface="Courier New" panose="02070309020205020404" pitchFamily="49" charset="0"/>
            </a:endParaRPr>
          </a:p>
          <a:p>
            <a:pPr marL="342900" lvl="1" indent="0">
              <a:buNone/>
            </a:pPr>
            <a:r>
              <a:rPr lang="en-US" b="1" dirty="0">
                <a:latin typeface="Courier New" panose="02070309020205020404" pitchFamily="49" charset="0"/>
                <a:cs typeface="Courier New" panose="02070309020205020404" pitchFamily="49" charset="0"/>
              </a:rPr>
              <a:t>&gt;&gt;&gt; lyst1 == lyst2</a:t>
            </a:r>
            <a:endParaRPr lang="en-US" sz="1300" dirty="0">
              <a:latin typeface="Courier New" panose="02070309020205020404" pitchFamily="49" charset="0"/>
              <a:cs typeface="Courier New" panose="02070309020205020404" pitchFamily="49" charset="0"/>
            </a:endParaRPr>
          </a:p>
          <a:p>
            <a:pPr marL="342900" lvl="1" indent="0">
              <a:buNone/>
            </a:pPr>
            <a:r>
              <a:rPr lang="en-US" b="1" dirty="0">
                <a:latin typeface="Courier New" panose="02070309020205020404" pitchFamily="49" charset="0"/>
                <a:cs typeface="Courier New" panose="02070309020205020404" pitchFamily="49" charset="0"/>
              </a:rPr>
              <a:t>True</a:t>
            </a:r>
            <a:endParaRPr lang="en-IN" dirty="0"/>
          </a:p>
        </p:txBody>
      </p:sp>
      <p:sp>
        <p:nvSpPr>
          <p:cNvPr id="4" name="Footer Placeholder 3"/>
          <p:cNvSpPr>
            <a:spLocks noGrp="1"/>
          </p:cNvSpPr>
          <p:nvPr>
            <p:ph type="ftr" sz="quarter" idx="11"/>
          </p:nvPr>
        </p:nvSpPr>
        <p:spPr/>
        <p:txBody>
          <a:bodyPr/>
          <a:lstStyle/>
          <a:p>
            <a:pPr>
              <a:defRPr/>
            </a:pPr>
            <a:r>
              <a:rPr lang="en-US" sz="900" dirty="0">
                <a:latin typeface="Open Sans" panose="020B0606030504020204" pitchFamily="34" charset="0"/>
                <a:ea typeface="Open Sans" panose="020B0606030504020204" pitchFamily="34" charset="0"/>
                <a:cs typeface="Open Sans" panose="020B0606030504020204" pitchFamily="34" charset="0"/>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43197886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Iterators and Higher-Order Functions</a:t>
            </a:r>
          </a:p>
        </p:txBody>
      </p:sp>
      <p:sp>
        <p:nvSpPr>
          <p:cNvPr id="3" name="Content Placeholder 2"/>
          <p:cNvSpPr>
            <a:spLocks noGrp="1"/>
          </p:cNvSpPr>
          <p:nvPr>
            <p:ph idx="1"/>
          </p:nvPr>
        </p:nvSpPr>
        <p:spPr>
          <a:xfrm>
            <a:off x="628650" y="1825625"/>
            <a:ext cx="7886700" cy="4117975"/>
          </a:xfrm>
        </p:spPr>
        <p:txBody>
          <a:bodyPr/>
          <a:lstStyle/>
          <a:p>
            <a:pPr marL="291600" indent="-291600">
              <a:spcBef>
                <a:spcPts val="1000"/>
              </a:spcBef>
            </a:pPr>
            <a:r>
              <a:rPr lang="en-US" dirty="0" smtClean="0"/>
              <a:t>Each </a:t>
            </a:r>
            <a:r>
              <a:rPr lang="en-US" dirty="0"/>
              <a:t>type of collection supports an iterator or </a:t>
            </a:r>
            <a:r>
              <a:rPr lang="en-US" b="1" dirty="0">
                <a:latin typeface="Courier New" panose="02070309020205020404" pitchFamily="49" charset="0"/>
                <a:cs typeface="Courier New" panose="02070309020205020404" pitchFamily="49" charset="0"/>
              </a:rPr>
              <a:t>for</a:t>
            </a:r>
            <a:r>
              <a:rPr lang="en-US" dirty="0"/>
              <a:t> loop:</a:t>
            </a:r>
          </a:p>
          <a:p>
            <a:pPr lvl="1">
              <a:spcBef>
                <a:spcPts val="1000"/>
              </a:spcBef>
            </a:pPr>
            <a:r>
              <a:rPr lang="en-US" dirty="0"/>
              <a:t>The order in which the </a:t>
            </a:r>
            <a:r>
              <a:rPr lang="en-US" b="1" dirty="0">
                <a:latin typeface="Courier New" panose="02070309020205020404" pitchFamily="49" charset="0"/>
                <a:cs typeface="Courier New" panose="02070309020205020404" pitchFamily="49" charset="0"/>
              </a:rPr>
              <a:t>for</a:t>
            </a:r>
            <a:r>
              <a:rPr lang="en-US" dirty="0"/>
              <a:t> loop serves up a collection’s items depends on the manner in which the collection is organized</a:t>
            </a:r>
          </a:p>
          <a:p>
            <a:pPr marL="291600" indent="-291600">
              <a:spcBef>
                <a:spcPts val="1000"/>
              </a:spcBef>
            </a:pPr>
            <a:r>
              <a:rPr lang="en-US" dirty="0"/>
              <a:t>The </a:t>
            </a:r>
            <a:r>
              <a:rPr lang="en-US" b="1" dirty="0">
                <a:latin typeface="Courier New" panose="02070309020205020404" pitchFamily="49" charset="0"/>
                <a:cs typeface="Courier New" panose="02070309020205020404" pitchFamily="49" charset="0"/>
              </a:rPr>
              <a:t>for</a:t>
            </a:r>
            <a:r>
              <a:rPr lang="en-US" dirty="0"/>
              <a:t> loop plays a useful role in the implementation of several other basic collection operations, such as</a:t>
            </a:r>
          </a:p>
          <a:p>
            <a:pPr lvl="1">
              <a:spcBef>
                <a:spcPts val="1000"/>
              </a:spcBef>
            </a:pPr>
            <a:r>
              <a:rPr lang="en-US" b="1" dirty="0">
                <a:latin typeface="Courier New" panose="02070309020205020404" pitchFamily="49" charset="0"/>
                <a:cs typeface="Courier New" panose="02070309020205020404" pitchFamily="49" charset="0"/>
              </a:rPr>
              <a:t>+</a:t>
            </a:r>
            <a:r>
              <a:rPr lang="en-US" dirty="0"/>
              <a:t>, </a:t>
            </a:r>
            <a:r>
              <a:rPr lang="en-US" b="1" dirty="0">
                <a:latin typeface="Courier New" panose="02070309020205020404" pitchFamily="49" charset="0"/>
                <a:cs typeface="Courier New" panose="02070309020205020404" pitchFamily="49" charset="0"/>
              </a:rPr>
              <a:t>str</a:t>
            </a:r>
            <a:r>
              <a:rPr lang="en-US" dirty="0"/>
              <a:t>, and </a:t>
            </a:r>
            <a:r>
              <a:rPr lang="en-US" b="1" dirty="0">
                <a:latin typeface="Courier New" panose="02070309020205020404" pitchFamily="49" charset="0"/>
                <a:cs typeface="Courier New" panose="02070309020205020404" pitchFamily="49" charset="0"/>
              </a:rPr>
              <a:t>type</a:t>
            </a:r>
            <a:r>
              <a:rPr lang="en-US" dirty="0"/>
              <a:t> conversions</a:t>
            </a:r>
          </a:p>
          <a:p>
            <a:pPr marL="291600" indent="-291600">
              <a:spcBef>
                <a:spcPts val="1000"/>
              </a:spcBef>
            </a:pPr>
            <a:r>
              <a:rPr lang="en-US" dirty="0"/>
              <a:t>It also plays a role in standard Python functions, such as</a:t>
            </a:r>
          </a:p>
          <a:p>
            <a:pPr lvl="1">
              <a:spcBef>
                <a:spcPts val="1000"/>
              </a:spcBef>
            </a:pPr>
            <a:r>
              <a:rPr lang="en-US" b="1" dirty="0">
                <a:latin typeface="Courier New" panose="02070309020205020404" pitchFamily="49" charset="0"/>
                <a:cs typeface="Courier New" panose="02070309020205020404" pitchFamily="49" charset="0"/>
              </a:rPr>
              <a:t>Sum</a:t>
            </a:r>
            <a:r>
              <a:rPr lang="en-US" dirty="0"/>
              <a:t>, </a:t>
            </a:r>
            <a:r>
              <a:rPr lang="en-US" b="1" dirty="0">
                <a:latin typeface="Courier New" panose="02070309020205020404" pitchFamily="49" charset="0"/>
                <a:cs typeface="Courier New" panose="02070309020205020404" pitchFamily="49" charset="0"/>
              </a:rPr>
              <a:t>max</a:t>
            </a:r>
            <a:r>
              <a:rPr lang="en-US" dirty="0"/>
              <a:t>, and </a:t>
            </a:r>
            <a:r>
              <a:rPr lang="en-US" b="1" dirty="0">
                <a:latin typeface="Courier New" panose="02070309020205020404" pitchFamily="49" charset="0"/>
                <a:cs typeface="Courier New" panose="02070309020205020404" pitchFamily="49" charset="0"/>
              </a:rPr>
              <a:t>min</a:t>
            </a:r>
          </a:p>
          <a:p>
            <a:pPr marL="291600" indent="-291600">
              <a:spcBef>
                <a:spcPts val="1000"/>
              </a:spcBef>
            </a:pPr>
            <a:r>
              <a:rPr lang="en-US" dirty="0"/>
              <a:t>And also supports the use of higher-order functions, such </a:t>
            </a:r>
            <a:r>
              <a:rPr lang="en-US" dirty="0" smtClean="0"/>
              <a:t>as map and filter</a:t>
            </a:r>
            <a:endParaRPr lang="en-US" dirty="0"/>
          </a:p>
        </p:txBody>
      </p:sp>
      <p:sp>
        <p:nvSpPr>
          <p:cNvPr id="4" name="Footer Placeholder 3"/>
          <p:cNvSpPr>
            <a:spLocks noGrp="1"/>
          </p:cNvSpPr>
          <p:nvPr>
            <p:ph type="ftr" sz="quarter" idx="11"/>
          </p:nvPr>
        </p:nvSpPr>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4110532649"/>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3"/>
          </a:xfrm>
        </p:spPr>
        <p:txBody>
          <a:bodyPr/>
          <a:lstStyle/>
          <a:p>
            <a:r>
              <a:rPr lang="en-US" b="1" dirty="0"/>
              <a:t>Implementations of Collections </a:t>
            </a:r>
            <a:r>
              <a:rPr lang="en-US" sz="2000" dirty="0"/>
              <a:t>(1 of </a:t>
            </a:r>
            <a:r>
              <a:rPr lang="en-US" sz="2000" dirty="0" smtClean="0"/>
              <a:t>2)</a:t>
            </a:r>
            <a:endParaRPr lang="en-US" sz="2000" dirty="0"/>
          </a:p>
        </p:txBody>
      </p:sp>
      <p:sp>
        <p:nvSpPr>
          <p:cNvPr id="3" name="Content Placeholder 2"/>
          <p:cNvSpPr>
            <a:spLocks noGrp="1"/>
          </p:cNvSpPr>
          <p:nvPr>
            <p:ph idx="1"/>
          </p:nvPr>
        </p:nvSpPr>
        <p:spPr>
          <a:xfrm>
            <a:off x="628650" y="1825625"/>
            <a:ext cx="7886700" cy="3965575"/>
          </a:xfrm>
        </p:spPr>
        <p:txBody>
          <a:bodyPr/>
          <a:lstStyle/>
          <a:p>
            <a:pPr marL="291600" indent="-291600">
              <a:spcBef>
                <a:spcPts val="1000"/>
              </a:spcBef>
            </a:pPr>
            <a:r>
              <a:rPr lang="en-US" dirty="0"/>
              <a:t>Programmers who use collections need to know how to instantiate and use each type of collection</a:t>
            </a:r>
          </a:p>
          <a:p>
            <a:pPr marL="291600" indent="-291600">
              <a:spcBef>
                <a:spcPts val="1000"/>
              </a:spcBef>
            </a:pPr>
            <a:r>
              <a:rPr lang="en-US" dirty="0"/>
              <a:t>From a user’s perspective, a collection is an abstraction:</a:t>
            </a:r>
          </a:p>
          <a:p>
            <a:pPr lvl="1">
              <a:spcBef>
                <a:spcPts val="1000"/>
              </a:spcBef>
            </a:pPr>
            <a:r>
              <a:rPr lang="en-US" dirty="0"/>
              <a:t>For this reason, collections are also called abstract data types (ADTs)</a:t>
            </a:r>
          </a:p>
          <a:p>
            <a:pPr marL="291600" indent="-291600">
              <a:spcBef>
                <a:spcPts val="1000"/>
              </a:spcBef>
            </a:pPr>
            <a:r>
              <a:rPr lang="en-US" dirty="0"/>
              <a:t>Developers of collections</a:t>
            </a:r>
          </a:p>
          <a:p>
            <a:pPr lvl="1">
              <a:spcBef>
                <a:spcPts val="1000"/>
              </a:spcBef>
            </a:pPr>
            <a:r>
              <a:rPr lang="en-US" dirty="0"/>
              <a:t>Are concerned with implementing a collection’s behavior in the most efficient manner possible</a:t>
            </a:r>
          </a:p>
          <a:p>
            <a:pPr marL="291600" indent="-291600">
              <a:spcBef>
                <a:spcPts val="1000"/>
              </a:spcBef>
            </a:pPr>
            <a:r>
              <a:rPr lang="en-US" dirty="0"/>
              <a:t>Some programming languages provide only one implementation of each of the available collection types:</a:t>
            </a:r>
          </a:p>
          <a:p>
            <a:pPr lvl="1">
              <a:spcBef>
                <a:spcPts val="1000"/>
              </a:spcBef>
            </a:pPr>
            <a:r>
              <a:rPr lang="en-US" dirty="0"/>
              <a:t>Python is one of those</a:t>
            </a:r>
          </a:p>
          <a:p>
            <a:pPr lvl="1">
              <a:spcBef>
                <a:spcPts val="1000"/>
              </a:spcBef>
            </a:pPr>
            <a:r>
              <a:rPr lang="en-US" dirty="0"/>
              <a:t>Java provides several</a:t>
            </a:r>
          </a:p>
        </p:txBody>
      </p:sp>
      <p:sp>
        <p:nvSpPr>
          <p:cNvPr id="4" name="Footer Placeholder 3"/>
          <p:cNvSpPr>
            <a:spLocks noGrp="1"/>
          </p:cNvSpPr>
          <p:nvPr>
            <p:ph type="ftr" sz="quarter" idx="11"/>
          </p:nvPr>
        </p:nvSpPr>
        <p:spPr/>
        <p:txBody>
          <a:bodyPr/>
          <a:lstStyle/>
          <a:p>
            <a:pPr>
              <a:defRPr/>
            </a:pPr>
            <a:r>
              <a:rPr lang="en-US" sz="900" dirty="0">
                <a:latin typeface="Open Sans" panose="020B0606030504020204" pitchFamily="34" charset="0"/>
                <a:ea typeface="Open Sans" panose="020B0606030504020204" pitchFamily="34" charset="0"/>
                <a:cs typeface="Open Sans" panose="020B0606030504020204" pitchFamily="34" charset="0"/>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929560546"/>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Implementations of Collections </a:t>
            </a:r>
            <a:r>
              <a:rPr lang="en-US" sz="2000" dirty="0" smtClean="0"/>
              <a:t>(2 </a:t>
            </a:r>
            <a:r>
              <a:rPr lang="en-US" sz="2000"/>
              <a:t>of </a:t>
            </a:r>
            <a:r>
              <a:rPr lang="en-US" sz="2000" smtClean="0"/>
              <a:t>2)</a:t>
            </a:r>
            <a:endParaRPr lang="en-US" sz="2000" dirty="0"/>
          </a:p>
        </p:txBody>
      </p:sp>
      <p:sp>
        <p:nvSpPr>
          <p:cNvPr id="3" name="Content Placeholder 2"/>
          <p:cNvSpPr>
            <a:spLocks noGrp="1"/>
          </p:cNvSpPr>
          <p:nvPr>
            <p:ph idx="1"/>
          </p:nvPr>
        </p:nvSpPr>
        <p:spPr>
          <a:xfrm>
            <a:off x="628650" y="1825625"/>
            <a:ext cx="7981950" cy="4117975"/>
          </a:xfrm>
        </p:spPr>
        <p:txBody>
          <a:bodyPr/>
          <a:lstStyle/>
          <a:p>
            <a:pPr marL="291600" indent="-291600">
              <a:spcBef>
                <a:spcPts val="1000"/>
              </a:spcBef>
            </a:pPr>
            <a:r>
              <a:rPr lang="en-US" dirty="0"/>
              <a:t>One aim of this book is to give Python programmers the same options as the Java programmer</a:t>
            </a:r>
          </a:p>
          <a:p>
            <a:pPr lvl="1">
              <a:spcBef>
                <a:spcPts val="1000"/>
              </a:spcBef>
            </a:pPr>
            <a:r>
              <a:rPr lang="en-US" dirty="0"/>
              <a:t>As well as introduce abstract collection types and their implementations that are not available in either language</a:t>
            </a:r>
          </a:p>
          <a:p>
            <a:pPr marL="291600" indent="-291600">
              <a:spcBef>
                <a:spcPts val="1000"/>
              </a:spcBef>
            </a:pPr>
            <a:r>
              <a:rPr lang="en-US" dirty="0"/>
              <a:t>For each category of collection,</a:t>
            </a:r>
          </a:p>
          <a:p>
            <a:pPr lvl="1">
              <a:spcBef>
                <a:spcPts val="1000"/>
              </a:spcBef>
            </a:pPr>
            <a:r>
              <a:rPr lang="en-US" dirty="0"/>
              <a:t>You’ll see one or more abstract collection types and one or more implementations of each </a:t>
            </a:r>
            <a:r>
              <a:rPr lang="en-US" dirty="0" smtClean="0"/>
              <a:t>type</a:t>
            </a:r>
            <a:endParaRPr lang="en-US" dirty="0"/>
          </a:p>
        </p:txBody>
      </p:sp>
      <p:sp>
        <p:nvSpPr>
          <p:cNvPr id="4" name="Footer Placeholder 3"/>
          <p:cNvSpPr>
            <a:spLocks noGrp="1"/>
          </p:cNvSpPr>
          <p:nvPr>
            <p:ph type="ftr" sz="quarter" idx="11"/>
          </p:nvPr>
        </p:nvSpPr>
        <p:spPr/>
        <p:txBody>
          <a:bodyPr/>
          <a:lstStyle/>
          <a:p>
            <a:pPr>
              <a:defRPr/>
            </a:pPr>
            <a:r>
              <a:rPr lang="en-US" sz="900" dirty="0">
                <a:latin typeface="Open Sans" panose="020B0606030504020204" pitchFamily="34" charset="0"/>
                <a:ea typeface="Open Sans" panose="020B0606030504020204" pitchFamily="34" charset="0"/>
                <a:cs typeface="Open Sans" panose="020B0606030504020204" pitchFamily="34" charset="0"/>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815961036"/>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Chapter Summary </a:t>
            </a:r>
            <a:r>
              <a:rPr lang="en-US" sz="2000" dirty="0"/>
              <a:t>(1 of 2)</a:t>
            </a:r>
          </a:p>
        </p:txBody>
      </p:sp>
      <p:sp>
        <p:nvSpPr>
          <p:cNvPr id="3" name="Content Placeholder 2"/>
          <p:cNvSpPr>
            <a:spLocks noGrp="1"/>
          </p:cNvSpPr>
          <p:nvPr>
            <p:ph idx="1"/>
          </p:nvPr>
        </p:nvSpPr>
        <p:spPr>
          <a:xfrm>
            <a:off x="628650" y="1825625"/>
            <a:ext cx="7886700" cy="4041775"/>
          </a:xfrm>
        </p:spPr>
        <p:txBody>
          <a:bodyPr/>
          <a:lstStyle/>
          <a:p>
            <a:pPr marL="291600" indent="-291600">
              <a:spcBef>
                <a:spcPts val="1000"/>
              </a:spcBef>
            </a:pPr>
            <a:r>
              <a:rPr lang="en-US" dirty="0"/>
              <a:t>Collections are objects that hold zero or more objects:</a:t>
            </a:r>
          </a:p>
          <a:p>
            <a:pPr lvl="1">
              <a:spcBef>
                <a:spcPts val="1000"/>
              </a:spcBef>
            </a:pPr>
            <a:r>
              <a:rPr lang="en-US" dirty="0"/>
              <a:t>A collection has operations for accessing its objects, inserting them, removing them, determining the collection’s size, and traversing or visiting the collection’s objects</a:t>
            </a:r>
          </a:p>
          <a:p>
            <a:pPr marL="291600" indent="-291600">
              <a:spcBef>
                <a:spcPts val="1000"/>
              </a:spcBef>
            </a:pPr>
            <a:r>
              <a:rPr lang="en-US" dirty="0"/>
              <a:t>The five main categories of collections are linear, hierarchical, graph, unordered, and sorted</a:t>
            </a:r>
          </a:p>
          <a:p>
            <a:pPr marL="291600" indent="-291600">
              <a:spcBef>
                <a:spcPts val="1000"/>
              </a:spcBef>
            </a:pPr>
            <a:r>
              <a:rPr lang="en-US" dirty="0"/>
              <a:t>Linear collections order their items by position, with each but the first having a unique predecessor and each but the last having a unique successor</a:t>
            </a:r>
          </a:p>
          <a:p>
            <a:pPr marL="291600" indent="-291600">
              <a:spcBef>
                <a:spcPts val="1000"/>
              </a:spcBef>
            </a:pPr>
            <a:r>
              <a:rPr lang="en-US" dirty="0"/>
              <a:t>With one exception, the items in a hierarchical collection have a unique predecessor and zero or more successors:</a:t>
            </a:r>
          </a:p>
          <a:p>
            <a:pPr lvl="1">
              <a:spcBef>
                <a:spcPts val="1000"/>
              </a:spcBef>
            </a:pPr>
            <a:r>
              <a:rPr lang="en-US" dirty="0"/>
              <a:t>A single item called the root has no predecessor</a:t>
            </a:r>
          </a:p>
        </p:txBody>
      </p:sp>
      <p:sp>
        <p:nvSpPr>
          <p:cNvPr id="4" name="Footer Placeholder 3"/>
          <p:cNvSpPr>
            <a:spLocks noGrp="1"/>
          </p:cNvSpPr>
          <p:nvPr>
            <p:ph type="ftr" sz="quarter" idx="11"/>
          </p:nvPr>
        </p:nvSpPr>
        <p:spPr/>
        <p:txBody>
          <a:bodyPr/>
          <a:lstStyle/>
          <a:p>
            <a:pPr>
              <a:defRPr/>
            </a:pPr>
            <a:r>
              <a:rPr lang="en-US" sz="900" dirty="0">
                <a:latin typeface="Open Sans" panose="020B0606030504020204" pitchFamily="34" charset="0"/>
                <a:ea typeface="Open Sans" panose="020B0606030504020204" pitchFamily="34" charset="0"/>
                <a:cs typeface="Open Sans" panose="020B0606030504020204" pitchFamily="34" charset="0"/>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458425035"/>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Chapter Summary </a:t>
            </a:r>
            <a:r>
              <a:rPr lang="en-US" sz="2000" dirty="0"/>
              <a:t>(2 of 2)</a:t>
            </a:r>
          </a:p>
        </p:txBody>
      </p:sp>
      <p:sp>
        <p:nvSpPr>
          <p:cNvPr id="3" name="Content Placeholder 2"/>
          <p:cNvSpPr>
            <a:spLocks noGrp="1"/>
          </p:cNvSpPr>
          <p:nvPr>
            <p:ph idx="1"/>
          </p:nvPr>
        </p:nvSpPr>
        <p:spPr>
          <a:xfrm>
            <a:off x="628650" y="1825625"/>
            <a:ext cx="7886700" cy="4117975"/>
          </a:xfrm>
        </p:spPr>
        <p:txBody>
          <a:bodyPr/>
          <a:lstStyle/>
          <a:p>
            <a:pPr marL="291600" lvl="0" indent="-291600">
              <a:spcBef>
                <a:spcPts val="1000"/>
              </a:spcBef>
            </a:pPr>
            <a:r>
              <a:rPr lang="en-US" dirty="0"/>
              <a:t>The items in a graph can have zero or more successors and zero or more predecessors</a:t>
            </a:r>
          </a:p>
          <a:p>
            <a:pPr marL="291600" lvl="0" indent="-291600">
              <a:spcBef>
                <a:spcPts val="1000"/>
              </a:spcBef>
            </a:pPr>
            <a:r>
              <a:rPr lang="en-US" dirty="0"/>
              <a:t>The items in an unordered collection are in no particular order</a:t>
            </a:r>
          </a:p>
          <a:p>
            <a:pPr marL="291600" lvl="0" indent="-291600">
              <a:spcBef>
                <a:spcPts val="1000"/>
              </a:spcBef>
            </a:pPr>
            <a:r>
              <a:rPr lang="en-US" dirty="0"/>
              <a:t>Collections are iterable—each item contained within a collection can be visited with a </a:t>
            </a:r>
            <a:r>
              <a:rPr lang="en-US" b="1" dirty="0">
                <a:latin typeface="Courier New" panose="02070309020205020404" pitchFamily="49" charset="0"/>
                <a:cs typeface="Courier New" panose="02070309020205020404" pitchFamily="49" charset="0"/>
              </a:rPr>
              <a:t>for</a:t>
            </a:r>
            <a:r>
              <a:rPr lang="en-US" dirty="0"/>
              <a:t> loop:</a:t>
            </a:r>
          </a:p>
          <a:p>
            <a:pPr lvl="1">
              <a:spcBef>
                <a:spcPts val="1000"/>
              </a:spcBef>
            </a:pPr>
            <a:r>
              <a:rPr lang="en-US" dirty="0"/>
              <a:t>The programmer can also use the higher-order functions </a:t>
            </a:r>
            <a:r>
              <a:rPr lang="en-US" b="1" dirty="0">
                <a:latin typeface="Courier New" panose="02070309020205020404" pitchFamily="49" charset="0"/>
                <a:cs typeface="Courier New" panose="02070309020205020404" pitchFamily="49" charset="0"/>
              </a:rPr>
              <a:t>map</a:t>
            </a:r>
            <a:r>
              <a:rPr lang="en-US" dirty="0"/>
              <a:t>, </a:t>
            </a:r>
            <a:r>
              <a:rPr lang="en-US" b="1" dirty="0">
                <a:latin typeface="Courier New" panose="02070309020205020404" pitchFamily="49" charset="0"/>
                <a:cs typeface="Courier New" panose="02070309020205020404" pitchFamily="49" charset="0"/>
              </a:rPr>
              <a:t>filter</a:t>
            </a:r>
            <a:r>
              <a:rPr lang="en-US" dirty="0"/>
              <a:t>, and </a:t>
            </a:r>
            <a:r>
              <a:rPr lang="en-US" b="1" dirty="0">
                <a:latin typeface="Courier New" panose="02070309020205020404" pitchFamily="49" charset="0"/>
                <a:cs typeface="Courier New" panose="02070309020205020404" pitchFamily="49" charset="0"/>
              </a:rPr>
              <a:t>reduce</a:t>
            </a:r>
            <a:r>
              <a:rPr lang="en-US" dirty="0"/>
              <a:t> to simplify data processing with collections</a:t>
            </a:r>
          </a:p>
          <a:p>
            <a:pPr marL="291600" lvl="0" indent="-291600">
              <a:spcBef>
                <a:spcPts val="1000"/>
              </a:spcBef>
            </a:pPr>
            <a:r>
              <a:rPr lang="en-US" dirty="0"/>
              <a:t>An abstract data type is a set of objects and operations on those objects:</a:t>
            </a:r>
          </a:p>
          <a:p>
            <a:pPr lvl="1">
              <a:spcBef>
                <a:spcPts val="1000"/>
              </a:spcBef>
            </a:pPr>
            <a:r>
              <a:rPr lang="en-US" dirty="0"/>
              <a:t>Collections are thus abstract data types</a:t>
            </a:r>
          </a:p>
          <a:p>
            <a:pPr marL="291600" indent="-291600">
              <a:spcBef>
                <a:spcPts val="1000"/>
              </a:spcBef>
            </a:pPr>
            <a:r>
              <a:rPr lang="en-US" dirty="0"/>
              <a:t>A data structure is an object that represents the data contained in a collection</a:t>
            </a:r>
          </a:p>
        </p:txBody>
      </p:sp>
      <p:sp>
        <p:nvSpPr>
          <p:cNvPr id="4" name="Footer Placeholder 3"/>
          <p:cNvSpPr>
            <a:spLocks noGrp="1"/>
          </p:cNvSpPr>
          <p:nvPr>
            <p:ph type="ftr" sz="quarter" idx="11"/>
          </p:nvPr>
        </p:nvSpPr>
        <p:spPr/>
        <p:txBody>
          <a:bodyPr/>
          <a:lstStyle/>
          <a:p>
            <a:pPr>
              <a:defRPr/>
            </a:pPr>
            <a:r>
              <a:rPr lang="en-US" sz="900" dirty="0">
                <a:latin typeface="Open Sans" panose="020B0606030504020204" pitchFamily="34" charset="0"/>
                <a:ea typeface="Open Sans" panose="020B0606030504020204" pitchFamily="34" charset="0"/>
                <a:cs typeface="Open Sans" panose="020B0606030504020204" pitchFamily="34" charset="0"/>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458693513"/>
      </p:ext>
    </p:extLst>
  </p:cSld>
  <p:clrMapOvr>
    <a:masterClrMapping/>
  </p:clrMapOvr>
  <p:timing>
    <p:tnLst>
      <p:par>
        <p:cTn id="1" dur="indefinite" restart="never" nodeType="tmRoot"/>
      </p:par>
    </p:tnLst>
  </p:timing>
</p:sld>
</file>

<file path=ppt/theme/theme1.xml><?xml version="1.0" encoding="utf-8"?>
<a:theme xmlns:a="http://schemas.openxmlformats.org/drawingml/2006/main" name="Brand_PPT_Template_SIMPLIFIED_SD">
  <a:themeElements>
    <a:clrScheme name="Cengage Colors">
      <a:dk1>
        <a:srgbClr val="004978"/>
      </a:dk1>
      <a:lt1>
        <a:srgbClr val="FFFFFF"/>
      </a:lt1>
      <a:dk2>
        <a:srgbClr val="006198"/>
      </a:dk2>
      <a:lt2>
        <a:srgbClr val="E7E6E6"/>
      </a:lt2>
      <a:accent1>
        <a:srgbClr val="0098D4"/>
      </a:accent1>
      <a:accent2>
        <a:srgbClr val="00B7E6"/>
      </a:accent2>
      <a:accent3>
        <a:srgbClr val="81CFEC"/>
      </a:accent3>
      <a:accent4>
        <a:srgbClr val="E8255F"/>
      </a:accent4>
      <a:accent5>
        <a:srgbClr val="FF6300"/>
      </a:accent5>
      <a:accent6>
        <a:srgbClr val="F5B600"/>
      </a:accent6>
      <a:hlink>
        <a:srgbClr val="00B7E6"/>
      </a:hlink>
      <a:folHlink>
        <a:srgbClr val="0098D4"/>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effectLst/>
      </a:spPr>
      <a:bodyPr wrap="square" lIns="0" tIns="0" rIns="0" rtlCol="0" anchor="b">
        <a:spAutoFit/>
      </a:bodyPr>
      <a:lstStyle>
        <a:defPPr>
          <a:defRPr sz="2000" dirty="0" smtClean="0">
            <a:latin typeface="Open Sans" panose="020B0606030504020204" pitchFamily="34" charset="0"/>
            <a:ea typeface="Open Sans" panose="020B0606030504020204" pitchFamily="34" charset="0"/>
            <a:cs typeface="Open Sans" panose="020B0606030504020204" pitchFamily="34" charset="0"/>
          </a:defRPr>
        </a:defPPr>
      </a:lstStyle>
    </a:txDef>
  </a:objectDefaults>
  <a:extraClrSchemeLst/>
  <a:extLst>
    <a:ext uri="{05A4C25C-085E-4340-85A3-A5531E510DB2}">
      <thm15:themeFamily xmlns:thm15="http://schemas.microsoft.com/office/thememl/2012/main" xmlns="" name="160808_Cengage PP Brand Update" id="{61CF522C-3938-544D-B6D2-01C3CB24134A}" vid="{85A4C21B-B5BA-1B4B-9AA0-C3802FB375A7}"/>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12689</TotalTime>
  <Words>2858</Words>
  <Application>Microsoft Office PowerPoint</Application>
  <PresentationFormat>On-screen Show (4:3)</PresentationFormat>
  <Paragraphs>178</Paragraphs>
  <Slides>24</Slides>
  <Notes>1</Notes>
  <HiddenSlides>0</HiddenSlides>
  <MMClips>0</MMClips>
  <ScaleCrop>false</ScaleCrop>
  <HeadingPairs>
    <vt:vector size="4" baseType="variant">
      <vt:variant>
        <vt:lpstr>Theme</vt:lpstr>
      </vt:variant>
      <vt:variant>
        <vt:i4>1</vt:i4>
      </vt:variant>
      <vt:variant>
        <vt:lpstr>Slide Titles</vt:lpstr>
      </vt:variant>
      <vt:variant>
        <vt:i4>24</vt:i4>
      </vt:variant>
    </vt:vector>
  </HeadingPairs>
  <TitlesOfParts>
    <vt:vector size="25" baseType="lpstr">
      <vt:lpstr>Brand_PPT_Template_SIMPLIFIED_SD</vt:lpstr>
      <vt:lpstr>Chapter 2: An Overview of Collections</vt:lpstr>
      <vt:lpstr>Learning Objectives</vt:lpstr>
      <vt:lpstr>An Overview of Collections</vt:lpstr>
      <vt:lpstr>Collection Types (1 of 2)</vt:lpstr>
      <vt:lpstr>Collection Types (2 of 2)</vt:lpstr>
      <vt:lpstr>Linear Collections (1 of 2)</vt:lpstr>
      <vt:lpstr>Linear Collections (2 of 2)</vt:lpstr>
      <vt:lpstr>Hierarchical Collections (1 of 2)</vt:lpstr>
      <vt:lpstr>Hierarchical Collections (2 of 2)</vt:lpstr>
      <vt:lpstr>Graph Collections (1 of 2)</vt:lpstr>
      <vt:lpstr>Graph Collections (2 of 2)</vt:lpstr>
      <vt:lpstr>Unordered Collections (1 of 2)</vt:lpstr>
      <vt:lpstr>Unordered Collections (2 of 2)</vt:lpstr>
      <vt:lpstr>Sorted Collections</vt:lpstr>
      <vt:lpstr>A Taxonomy of Collection Types</vt:lpstr>
      <vt:lpstr>Operations on Collections (1 of 2)</vt:lpstr>
      <vt:lpstr>Operations on Collections (2 of 2)</vt:lpstr>
      <vt:lpstr>Type Conversion</vt:lpstr>
      <vt:lpstr>Cloning and Equality</vt:lpstr>
      <vt:lpstr>Iterators and Higher-Order Functions</vt:lpstr>
      <vt:lpstr>Implementations of Collections (1 of 2)</vt:lpstr>
      <vt:lpstr>Implementations of Collections (2 of 2)</vt:lpstr>
      <vt:lpstr>Chapter Summary (1 of 2)</vt:lpstr>
      <vt:lpstr>Chapter Summary (2 of 2)</vt:lpstr>
    </vt:vector>
  </TitlesOfParts>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Introduction to Project Management</dc:title>
  <dc:creator>Stulga, Michele L</dc:creator>
  <cp:lastModifiedBy>Windows User</cp:lastModifiedBy>
  <cp:revision>462</cp:revision>
  <dcterms:created xsi:type="dcterms:W3CDTF">2001-07-05T23:10:12Z</dcterms:created>
  <dcterms:modified xsi:type="dcterms:W3CDTF">2021-08-18T15:50:22Z</dcterms:modified>
</cp:coreProperties>
</file>