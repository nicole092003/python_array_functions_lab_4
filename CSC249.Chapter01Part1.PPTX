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8" r:id="rId1"/>
  </p:sldMasterIdLst>
  <p:notesMasterIdLst>
    <p:notesMasterId r:id="rId31"/>
  </p:notesMasterIdLst>
  <p:handoutMasterIdLst>
    <p:handoutMasterId r:id="rId32"/>
  </p:handoutMasterIdLst>
  <p:sldIdLst>
    <p:sldId id="423" r:id="rId2"/>
    <p:sldId id="333" r:id="rId3"/>
    <p:sldId id="422" r:id="rId4"/>
    <p:sldId id="364" r:id="rId5"/>
    <p:sldId id="382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6" r:id="rId17"/>
    <p:sldId id="387" r:id="rId18"/>
    <p:sldId id="424" r:id="rId19"/>
    <p:sldId id="390" r:id="rId20"/>
    <p:sldId id="425" r:id="rId21"/>
    <p:sldId id="426" r:id="rId22"/>
    <p:sldId id="391" r:id="rId23"/>
    <p:sldId id="392" r:id="rId24"/>
    <p:sldId id="393" r:id="rId25"/>
    <p:sldId id="394" r:id="rId26"/>
    <p:sldId id="395" r:id="rId27"/>
    <p:sldId id="362" r:id="rId28"/>
    <p:sldId id="384" r:id="rId29"/>
    <p:sldId id="367" r:id="rId30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  <p:cmAuthor id="1" name="Rafael Ignacio Bonilla Armijos" initials="RIBA" lastIdx="2" clrIdx="1"/>
  <p:cmAuthor id="2" name="Stulga, Michele L" initials="SML" lastIdx="19" clrIdx="2"/>
  <p:cmAuthor id="3" name="S.A.Bennett" initials="SB" lastIdx="7" clrIdx="3"/>
  <p:cmAuthor id="4" name="Gregory Tomsho" initials="GT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3800"/>
    <a:srgbClr val="0000FF"/>
    <a:srgbClr val="004978"/>
    <a:srgbClr val="490C00"/>
    <a:srgbClr val="660066"/>
    <a:srgbClr val="8A3800"/>
    <a:srgbClr val="C00000"/>
    <a:srgbClr val="006800"/>
    <a:srgbClr val="5B53FF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96408" autoAdjust="0"/>
  </p:normalViewPr>
  <p:slideViewPr>
    <p:cSldViewPr>
      <p:cViewPr varScale="1">
        <p:scale>
          <a:sx n="78" d="100"/>
          <a:sy n="78" d="100"/>
        </p:scale>
        <p:origin x="161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7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4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e Freeman" userId="1199072752_tp_dropbox" providerId="OAuth2" clId="{E538005D-6C9D-074D-B7B3-C4950FF5C9F2}"/>
    <pc:docChg chg="undo custSel modSld">
      <pc:chgData name="Marianne Freeman" userId="1199072752_tp_dropbox" providerId="OAuth2" clId="{E538005D-6C9D-074D-B7B3-C4950FF5C9F2}" dt="2018-09-23T19:32:24.218" v="203"/>
      <pc:docMkLst>
        <pc:docMk/>
      </pc:docMkLst>
      <pc:sldChg chg="addSp delSp modSp mod setBg">
        <pc:chgData name="Marianne Freeman" userId="1199072752_tp_dropbox" providerId="OAuth2" clId="{E538005D-6C9D-074D-B7B3-C4950FF5C9F2}" dt="2018-09-23T18:13:52.987" v="61"/>
        <pc:sldMkLst>
          <pc:docMk/>
          <pc:sldMk cId="0" sldId="257"/>
        </pc:sldMkLst>
        <pc:spChg chg="mod">
          <ac:chgData name="Marianne Freeman" userId="1199072752_tp_dropbox" providerId="OAuth2" clId="{E538005D-6C9D-074D-B7B3-C4950FF5C9F2}" dt="2018-09-23T17:44:32.579" v="6" actId="20577"/>
          <ac:spMkLst>
            <pc:docMk/>
            <pc:sldMk cId="0" sldId="257"/>
            <ac:spMk id="4" creationId="{2B7206C4-20D6-1E4B-A9BF-F06AB8FA9727}"/>
          </ac:spMkLst>
        </pc:spChg>
        <pc:spChg chg="mod">
          <ac:chgData name="Marianne Freeman" userId="1199072752_tp_dropbox" providerId="OAuth2" clId="{E538005D-6C9D-074D-B7B3-C4950FF5C9F2}" dt="2018-09-23T17:39:34.651" v="3" actId="20577"/>
          <ac:spMkLst>
            <pc:docMk/>
            <pc:sldMk cId="0" sldId="257"/>
            <ac:spMk id="3074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7:46:49.643" v="12"/>
          <ac:inkMkLst>
            <pc:docMk/>
            <pc:sldMk cId="0" sldId="257"/>
            <ac:inkMk id="3" creationId="{9AA63AE0-66CD-F044-80FB-FBA9DB4E4743}"/>
          </ac:inkMkLst>
        </pc:inkChg>
        <pc:inkChg chg="add del">
          <ac:chgData name="Marianne Freeman" userId="1199072752_tp_dropbox" providerId="OAuth2" clId="{E538005D-6C9D-074D-B7B3-C4950FF5C9F2}" dt="2018-09-23T17:46:53.591" v="14"/>
          <ac:inkMkLst>
            <pc:docMk/>
            <pc:sldMk cId="0" sldId="257"/>
            <ac:inkMk id="5" creationId="{F3B154DB-9584-A74F-B86D-76F8085223D5}"/>
          </ac:inkMkLst>
        </pc:inkChg>
        <pc:inkChg chg="add del">
          <ac:chgData name="Marianne Freeman" userId="1199072752_tp_dropbox" providerId="OAuth2" clId="{E538005D-6C9D-074D-B7B3-C4950FF5C9F2}" dt="2018-09-23T17:48:51.730" v="16" actId="478"/>
          <ac:inkMkLst>
            <pc:docMk/>
            <pc:sldMk cId="0" sldId="257"/>
            <ac:inkMk id="6" creationId="{DEB3D3BF-BCF1-6F4C-BDDE-12EB1C3C3FB1}"/>
          </ac:inkMkLst>
        </pc:inkChg>
        <pc:inkChg chg="add">
          <ac:chgData name="Marianne Freeman" userId="1199072752_tp_dropbox" providerId="OAuth2" clId="{E538005D-6C9D-074D-B7B3-C4950FF5C9F2}" dt="2018-09-23T18:13:52.987" v="61"/>
          <ac:inkMkLst>
            <pc:docMk/>
            <pc:sldMk cId="0" sldId="257"/>
            <ac:inkMk id="7" creationId="{69CC1377-EABE-8446-B16E-091C41A4F446}"/>
          </ac:inkMkLst>
        </pc:inkChg>
      </pc:sldChg>
      <pc:sldChg chg="modSp">
        <pc:chgData name="Marianne Freeman" userId="1199072752_tp_dropbox" providerId="OAuth2" clId="{E538005D-6C9D-074D-B7B3-C4950FF5C9F2}" dt="2018-09-23T17:57:51.993" v="42" actId="20577"/>
        <pc:sldMkLst>
          <pc:docMk/>
          <pc:sldMk cId="0" sldId="288"/>
        </pc:sldMkLst>
        <pc:spChg chg="mod">
          <ac:chgData name="Marianne Freeman" userId="1199072752_tp_dropbox" providerId="OAuth2" clId="{E538005D-6C9D-074D-B7B3-C4950FF5C9F2}" dt="2018-09-23T17:57:51.993" v="42" actId="20577"/>
          <ac:spMkLst>
            <pc:docMk/>
            <pc:sldMk cId="0" sldId="288"/>
            <ac:spMk id="38915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7:43.283" v="39" actId="20577"/>
        <pc:sldMkLst>
          <pc:docMk/>
          <pc:sldMk cId="0" sldId="333"/>
        </pc:sldMkLst>
        <pc:spChg chg="mod">
          <ac:chgData name="Marianne Freeman" userId="1199072752_tp_dropbox" providerId="OAuth2" clId="{E538005D-6C9D-074D-B7B3-C4950FF5C9F2}" dt="2018-09-23T17:57:43.283" v="39" actId="20577"/>
          <ac:spMkLst>
            <pc:docMk/>
            <pc:sldMk cId="0" sldId="333"/>
            <ac:spMk id="9219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8:32.264" v="44" actId="20577"/>
        <pc:sldMkLst>
          <pc:docMk/>
          <pc:sldMk cId="379327355" sldId="361"/>
        </pc:sldMkLst>
        <pc:spChg chg="mod">
          <ac:chgData name="Marianne Freeman" userId="1199072752_tp_dropbox" providerId="OAuth2" clId="{E538005D-6C9D-074D-B7B3-C4950FF5C9F2}" dt="2018-09-23T17:58:32.264" v="44" actId="20577"/>
          <ac:spMkLst>
            <pc:docMk/>
            <pc:sldMk cId="379327355" sldId="361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03.532" v="45" actId="20577"/>
        <pc:sldMkLst>
          <pc:docMk/>
          <pc:sldMk cId="4107030490" sldId="362"/>
        </pc:sldMkLst>
        <pc:spChg chg="mod">
          <ac:chgData name="Marianne Freeman" userId="1199072752_tp_dropbox" providerId="OAuth2" clId="{E538005D-6C9D-074D-B7B3-C4950FF5C9F2}" dt="2018-09-23T17:59:03.532" v="45" actId="20577"/>
          <ac:spMkLst>
            <pc:docMk/>
            <pc:sldMk cId="4107030490" sldId="362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50.626" v="49" actId="20577"/>
        <pc:sldMkLst>
          <pc:docMk/>
          <pc:sldMk cId="443166251" sldId="365"/>
        </pc:sldMkLst>
        <pc:spChg chg="mod">
          <ac:chgData name="Marianne Freeman" userId="1199072752_tp_dropbox" providerId="OAuth2" clId="{E538005D-6C9D-074D-B7B3-C4950FF5C9F2}" dt="2018-09-23T17:59:50.626" v="49" actId="20577"/>
          <ac:spMkLst>
            <pc:docMk/>
            <pc:sldMk cId="443166251" sldId="36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8:13:43.908" v="60"/>
        <pc:sldMkLst>
          <pc:docMk/>
          <pc:sldMk cId="410699370" sldId="369"/>
        </pc:sldMkLst>
        <pc:spChg chg="mod">
          <ac:chgData name="Marianne Freeman" userId="1199072752_tp_dropbox" providerId="OAuth2" clId="{E538005D-6C9D-074D-B7B3-C4950FF5C9F2}" dt="2018-09-23T18:13:11.211" v="54" actId="20577"/>
          <ac:spMkLst>
            <pc:docMk/>
            <pc:sldMk cId="410699370" sldId="369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13:39.363" v="58"/>
          <ac:inkMkLst>
            <pc:docMk/>
            <pc:sldMk cId="410699370" sldId="369"/>
            <ac:inkMk id="5" creationId="{D3D0B38A-D5ED-674A-B39A-6F5FE99589D0}"/>
          </ac:inkMkLst>
        </pc:inkChg>
        <pc:inkChg chg="add del">
          <ac:chgData name="Marianne Freeman" userId="1199072752_tp_dropbox" providerId="OAuth2" clId="{E538005D-6C9D-074D-B7B3-C4950FF5C9F2}" dt="2018-09-23T18:13:38.064" v="57"/>
          <ac:inkMkLst>
            <pc:docMk/>
            <pc:sldMk cId="410699370" sldId="369"/>
            <ac:inkMk id="6" creationId="{A9765482-B13B-2A43-BCC4-E1B519813D44}"/>
          </ac:inkMkLst>
        </pc:inkChg>
        <pc:inkChg chg="add">
          <ac:chgData name="Marianne Freeman" userId="1199072752_tp_dropbox" providerId="OAuth2" clId="{E538005D-6C9D-074D-B7B3-C4950FF5C9F2}" dt="2018-09-23T18:13:42.116" v="59"/>
          <ac:inkMkLst>
            <pc:docMk/>
            <pc:sldMk cId="410699370" sldId="369"/>
            <ac:inkMk id="7" creationId="{8D87BC13-238B-8742-83B8-7BF3F2E0E660}"/>
          </ac:inkMkLst>
        </pc:inkChg>
        <pc:inkChg chg="add">
          <ac:chgData name="Marianne Freeman" userId="1199072752_tp_dropbox" providerId="OAuth2" clId="{E538005D-6C9D-074D-B7B3-C4950FF5C9F2}" dt="2018-09-23T18:13:43.908" v="60"/>
          <ac:inkMkLst>
            <pc:docMk/>
            <pc:sldMk cId="410699370" sldId="369"/>
            <ac:inkMk id="8" creationId="{1D663B2E-7624-3E46-AC7D-8D2AEC20118E}"/>
          </ac:inkMkLst>
        </pc:inkChg>
      </pc:sldChg>
      <pc:sldChg chg="addSp delSp">
        <pc:chgData name="Marianne Freeman" userId="1199072752_tp_dropbox" providerId="OAuth2" clId="{E538005D-6C9D-074D-B7B3-C4950FF5C9F2}" dt="2018-09-23T18:16:26.821" v="63"/>
        <pc:sldMkLst>
          <pc:docMk/>
          <pc:sldMk cId="2953858939" sldId="372"/>
        </pc:sldMkLst>
        <pc:inkChg chg="add del">
          <ac:chgData name="Marianne Freeman" userId="1199072752_tp_dropbox" providerId="OAuth2" clId="{E538005D-6C9D-074D-B7B3-C4950FF5C9F2}" dt="2018-09-23T18:16:26.821" v="63"/>
          <ac:inkMkLst>
            <pc:docMk/>
            <pc:sldMk cId="2953858939" sldId="372"/>
            <ac:inkMk id="5" creationId="{0271ECEC-C9F4-464A-A7BB-0A13E5001A1A}"/>
          </ac:inkMkLst>
        </pc:inkChg>
      </pc:sldChg>
      <pc:sldChg chg="addSp delSp modSp">
        <pc:chgData name="Marianne Freeman" userId="1199072752_tp_dropbox" providerId="OAuth2" clId="{E538005D-6C9D-074D-B7B3-C4950FF5C9F2}" dt="2018-09-23T18:20:11.480" v="72"/>
        <pc:sldMkLst>
          <pc:docMk/>
          <pc:sldMk cId="1776954696" sldId="375"/>
        </pc:sldMkLst>
        <pc:spChg chg="mod">
          <ac:chgData name="Marianne Freeman" userId="1199072752_tp_dropbox" providerId="OAuth2" clId="{E538005D-6C9D-074D-B7B3-C4950FF5C9F2}" dt="2018-09-23T18:19:51.189" v="67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0:08.046" v="71"/>
          <ac:inkMkLst>
            <pc:docMk/>
            <pc:sldMk cId="1776954696" sldId="375"/>
            <ac:inkMk id="5" creationId="{AC5692E4-7B0A-EA41-A1BC-45BE57F5ECCF}"/>
          </ac:inkMkLst>
        </pc:inkChg>
        <pc:inkChg chg="add del">
          <ac:chgData name="Marianne Freeman" userId="1199072752_tp_dropbox" providerId="OAuth2" clId="{E538005D-6C9D-074D-B7B3-C4950FF5C9F2}" dt="2018-09-23T18:20:06.521" v="70"/>
          <ac:inkMkLst>
            <pc:docMk/>
            <pc:sldMk cId="1776954696" sldId="375"/>
            <ac:inkMk id="6" creationId="{61037956-EAA2-514C-A8B4-0EAD52377BB2}"/>
          </ac:inkMkLst>
        </pc:inkChg>
        <pc:inkChg chg="add">
          <ac:chgData name="Marianne Freeman" userId="1199072752_tp_dropbox" providerId="OAuth2" clId="{E538005D-6C9D-074D-B7B3-C4950FF5C9F2}" dt="2018-09-23T18:20:11.480" v="72"/>
          <ac:inkMkLst>
            <pc:docMk/>
            <pc:sldMk cId="1776954696" sldId="375"/>
            <ac:inkMk id="7" creationId="{93E6202D-C446-BE4B-933C-3739760A46B5}"/>
          </ac:inkMkLst>
        </pc:inkChg>
      </pc:sldChg>
      <pc:sldChg chg="addSp modSp">
        <pc:chgData name="Marianne Freeman" userId="1199072752_tp_dropbox" providerId="OAuth2" clId="{E538005D-6C9D-074D-B7B3-C4950FF5C9F2}" dt="2018-09-23T19:32:24.218" v="203"/>
        <pc:sldMkLst>
          <pc:docMk/>
          <pc:sldMk cId="1192874905" sldId="378"/>
        </pc:sldMkLst>
        <pc:spChg chg="mod">
          <ac:chgData name="Marianne Freeman" userId="1199072752_tp_dropbox" providerId="OAuth2" clId="{E538005D-6C9D-074D-B7B3-C4950FF5C9F2}" dt="2018-09-23T19:31:56.964" v="197" actId="113"/>
          <ac:spMkLst>
            <pc:docMk/>
            <pc:sldMk cId="1192874905" sldId="378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21.585" v="202"/>
          <ac:inkMkLst>
            <pc:docMk/>
            <pc:sldMk cId="1192874905" sldId="378"/>
            <ac:inkMk id="5" creationId="{1AA2738A-B362-C34F-BC8F-F987EAF19C81}"/>
          </ac:inkMkLst>
        </pc:inkChg>
        <pc:inkChg chg="add">
          <ac:chgData name="Marianne Freeman" userId="1199072752_tp_dropbox" providerId="OAuth2" clId="{E538005D-6C9D-074D-B7B3-C4950FF5C9F2}" dt="2018-09-23T19:32:24.218" v="203"/>
          <ac:inkMkLst>
            <pc:docMk/>
            <pc:sldMk cId="1192874905" sldId="378"/>
            <ac:inkMk id="6" creationId="{FBB0321D-532B-5242-B742-56AB8828B7F7}"/>
          </ac:inkMkLst>
        </pc:inkChg>
      </pc:sldChg>
      <pc:sldChg chg="addSp modSp">
        <pc:chgData name="Marianne Freeman" userId="1199072752_tp_dropbox" providerId="OAuth2" clId="{E538005D-6C9D-074D-B7B3-C4950FF5C9F2}" dt="2018-09-23T19:32:19.037" v="201"/>
        <pc:sldMkLst>
          <pc:docMk/>
          <pc:sldMk cId="203412267" sldId="379"/>
        </pc:sldMkLst>
        <pc:spChg chg="mod">
          <ac:chgData name="Marianne Freeman" userId="1199072752_tp_dropbox" providerId="OAuth2" clId="{E538005D-6C9D-074D-B7B3-C4950FF5C9F2}" dt="2018-09-23T19:32:15.377" v="200" actId="1076"/>
          <ac:spMkLst>
            <pc:docMk/>
            <pc:sldMk cId="203412267" sldId="37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19.037" v="201"/>
          <ac:inkMkLst>
            <pc:docMk/>
            <pc:sldMk cId="203412267" sldId="379"/>
            <ac:inkMk id="5" creationId="{01895BCA-0C46-7843-BAD6-7256D9F88880}"/>
          </ac:inkMkLst>
        </pc:inkChg>
      </pc:sldChg>
      <pc:sldChg chg="addSp delSp modSp">
        <pc:chgData name="Marianne Freeman" userId="1199072752_tp_dropbox" providerId="OAuth2" clId="{E538005D-6C9D-074D-B7B3-C4950FF5C9F2}" dt="2018-09-23T18:29:05.570" v="91" actId="1076"/>
        <pc:sldMkLst>
          <pc:docMk/>
          <pc:sldMk cId="1727069524" sldId="380"/>
        </pc:sldMkLst>
        <pc:spChg chg="mod">
          <ac:chgData name="Marianne Freeman" userId="1199072752_tp_dropbox" providerId="OAuth2" clId="{E538005D-6C9D-074D-B7B3-C4950FF5C9F2}" dt="2018-09-23T18:29:05.570" v="91" actId="1076"/>
          <ac:spMkLst>
            <pc:docMk/>
            <pc:sldMk cId="1727069524" sldId="380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7:18.530" v="78"/>
          <ac:inkMkLst>
            <pc:docMk/>
            <pc:sldMk cId="1727069524" sldId="380"/>
            <ac:inkMk id="5" creationId="{D0F03E70-05D3-704B-81A9-7C41B6344A6D}"/>
          </ac:inkMkLst>
        </pc:inkChg>
        <pc:inkChg chg="add">
          <ac:chgData name="Marianne Freeman" userId="1199072752_tp_dropbox" providerId="OAuth2" clId="{E538005D-6C9D-074D-B7B3-C4950FF5C9F2}" dt="2018-09-23T18:27:20.757" v="79"/>
          <ac:inkMkLst>
            <pc:docMk/>
            <pc:sldMk cId="1727069524" sldId="380"/>
            <ac:inkMk id="6" creationId="{3FC3CCD5-4FE2-0E4F-9F50-1CCECB02A2CE}"/>
          </ac:inkMkLst>
        </pc:inkChg>
        <pc:inkChg chg="add del">
          <ac:chgData name="Marianne Freeman" userId="1199072752_tp_dropbox" providerId="OAuth2" clId="{E538005D-6C9D-074D-B7B3-C4950FF5C9F2}" dt="2018-09-23T18:27:33.149" v="81"/>
          <ac:inkMkLst>
            <pc:docMk/>
            <pc:sldMk cId="1727069524" sldId="380"/>
            <ac:inkMk id="7" creationId="{0839D04A-C611-5749-A084-0AF2629D3A1E}"/>
          </ac:inkMkLst>
        </pc:inkChg>
        <pc:inkChg chg="add">
          <ac:chgData name="Marianne Freeman" userId="1199072752_tp_dropbox" providerId="OAuth2" clId="{E538005D-6C9D-074D-B7B3-C4950FF5C9F2}" dt="2018-09-23T18:28:28.839" v="86"/>
          <ac:inkMkLst>
            <pc:docMk/>
            <pc:sldMk cId="1727069524" sldId="380"/>
            <ac:inkMk id="8" creationId="{BB2D086F-7772-BB4D-BB11-F3A4F0A27444}"/>
          </ac:inkMkLst>
        </pc:inkChg>
        <pc:inkChg chg="add">
          <ac:chgData name="Marianne Freeman" userId="1199072752_tp_dropbox" providerId="OAuth2" clId="{E538005D-6C9D-074D-B7B3-C4950FF5C9F2}" dt="2018-09-23T18:28:57.728" v="88"/>
          <ac:inkMkLst>
            <pc:docMk/>
            <pc:sldMk cId="1727069524" sldId="380"/>
            <ac:inkMk id="9" creationId="{0E4D745B-8A73-FE42-9E99-BA12AEFF5E58}"/>
          </ac:inkMkLst>
        </pc:inkChg>
        <pc:inkChg chg="add del">
          <ac:chgData name="Marianne Freeman" userId="1199072752_tp_dropbox" providerId="OAuth2" clId="{E538005D-6C9D-074D-B7B3-C4950FF5C9F2}" dt="2018-09-23T18:29:03.305" v="90"/>
          <ac:inkMkLst>
            <pc:docMk/>
            <pc:sldMk cId="1727069524" sldId="380"/>
            <ac:inkMk id="10" creationId="{2E4A1A18-67FB-6345-BF08-376F8545202F}"/>
          </ac:inkMkLst>
        </pc:inkChg>
      </pc:sldChg>
      <pc:sldChg chg="addSp delSp modSp">
        <pc:chgData name="Marianne Freeman" userId="1199072752_tp_dropbox" providerId="OAuth2" clId="{E538005D-6C9D-074D-B7B3-C4950FF5C9F2}" dt="2018-09-23T18:33:39.908" v="98"/>
        <pc:sldMkLst>
          <pc:docMk/>
          <pc:sldMk cId="3160046631" sldId="382"/>
        </pc:sldMkLst>
        <pc:spChg chg="mod">
          <ac:chgData name="Marianne Freeman" userId="1199072752_tp_dropbox" providerId="OAuth2" clId="{E538005D-6C9D-074D-B7B3-C4950FF5C9F2}" dt="2018-09-23T18:33:06.117" v="95" actId="20577"/>
          <ac:spMkLst>
            <pc:docMk/>
            <pc:sldMk cId="3160046631" sldId="382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33:38.148" v="97"/>
          <ac:inkMkLst>
            <pc:docMk/>
            <pc:sldMk cId="3160046631" sldId="382"/>
            <ac:inkMk id="5" creationId="{6E15F09F-8B50-424D-ABF3-7C8C71686C80}"/>
          </ac:inkMkLst>
        </pc:inkChg>
        <pc:inkChg chg="add">
          <ac:chgData name="Marianne Freeman" userId="1199072752_tp_dropbox" providerId="OAuth2" clId="{E538005D-6C9D-074D-B7B3-C4950FF5C9F2}" dt="2018-09-23T18:33:39.908" v="98"/>
          <ac:inkMkLst>
            <pc:docMk/>
            <pc:sldMk cId="3160046631" sldId="382"/>
            <ac:inkMk id="6" creationId="{C5BA7F65-7CE0-E24E-8923-B1D948725609}"/>
          </ac:inkMkLst>
        </pc:inkChg>
      </pc:sldChg>
      <pc:sldChg chg="addSp modSp">
        <pc:chgData name="Marianne Freeman" userId="1199072752_tp_dropbox" providerId="OAuth2" clId="{E538005D-6C9D-074D-B7B3-C4950FF5C9F2}" dt="2018-09-23T18:42:17.185" v="101"/>
        <pc:sldMkLst>
          <pc:docMk/>
          <pc:sldMk cId="1403642304" sldId="384"/>
        </pc:sldMkLst>
        <pc:spChg chg="mod">
          <ac:chgData name="Marianne Freeman" userId="1199072752_tp_dropbox" providerId="OAuth2" clId="{E538005D-6C9D-074D-B7B3-C4950FF5C9F2}" dt="2018-09-23T18:42:05.141" v="100" actId="113"/>
          <ac:spMkLst>
            <pc:docMk/>
            <pc:sldMk cId="1403642304" sldId="384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2:17.185" v="101"/>
          <ac:inkMkLst>
            <pc:docMk/>
            <pc:sldMk cId="1403642304" sldId="384"/>
            <ac:inkMk id="5" creationId="{2E0A7FE8-5459-5946-B275-7B0207F057D0}"/>
          </ac:inkMkLst>
        </pc:inkChg>
      </pc:sldChg>
      <pc:sldChg chg="addSp modSp">
        <pc:chgData name="Marianne Freeman" userId="1199072752_tp_dropbox" providerId="OAuth2" clId="{E538005D-6C9D-074D-B7B3-C4950FF5C9F2}" dt="2018-09-23T18:44:18.332" v="104"/>
        <pc:sldMkLst>
          <pc:docMk/>
          <pc:sldMk cId="167719890" sldId="389"/>
        </pc:sldMkLst>
        <pc:spChg chg="mod">
          <ac:chgData name="Marianne Freeman" userId="1199072752_tp_dropbox" providerId="OAuth2" clId="{E538005D-6C9D-074D-B7B3-C4950FF5C9F2}" dt="2018-09-23T18:43:40.012" v="103" actId="113"/>
          <ac:spMkLst>
            <pc:docMk/>
            <pc:sldMk cId="167719890" sldId="38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4:18.332" v="104"/>
          <ac:inkMkLst>
            <pc:docMk/>
            <pc:sldMk cId="167719890" sldId="389"/>
            <ac:inkMk id="5" creationId="{3E4C7EE3-C9F8-BC46-A608-24EDF3B4A133}"/>
          </ac:inkMkLst>
        </pc:inkChg>
      </pc:sldChg>
      <pc:sldChg chg="addSp delSp modSp">
        <pc:chgData name="Marianne Freeman" userId="1199072752_tp_dropbox" providerId="OAuth2" clId="{E538005D-6C9D-074D-B7B3-C4950FF5C9F2}" dt="2018-09-23T18:52:52.947" v="118"/>
        <pc:sldMkLst>
          <pc:docMk/>
          <pc:sldMk cId="702252208" sldId="395"/>
        </pc:sldMkLst>
        <pc:spChg chg="mod">
          <ac:chgData name="Marianne Freeman" userId="1199072752_tp_dropbox" providerId="OAuth2" clId="{E538005D-6C9D-074D-B7B3-C4950FF5C9F2}" dt="2018-09-23T18:52:40.601" v="117" actId="20577"/>
          <ac:spMkLst>
            <pc:docMk/>
            <pc:sldMk cId="702252208" sldId="39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51:57.288" v="107"/>
          <ac:inkMkLst>
            <pc:docMk/>
            <pc:sldMk cId="702252208" sldId="395"/>
            <ac:inkMk id="5" creationId="{23BC25AD-6EE2-9C40-B366-9C0D0D6FAC15}"/>
          </ac:inkMkLst>
        </pc:inkChg>
        <pc:inkChg chg="add del">
          <ac:chgData name="Marianne Freeman" userId="1199072752_tp_dropbox" providerId="OAuth2" clId="{E538005D-6C9D-074D-B7B3-C4950FF5C9F2}" dt="2018-09-23T18:52:01.736" v="109"/>
          <ac:inkMkLst>
            <pc:docMk/>
            <pc:sldMk cId="702252208" sldId="395"/>
            <ac:inkMk id="6" creationId="{9DA42052-34AB-E64A-B85C-758CB2EA57AF}"/>
          </ac:inkMkLst>
        </pc:inkChg>
        <pc:inkChg chg="add del">
          <ac:chgData name="Marianne Freeman" userId="1199072752_tp_dropbox" providerId="OAuth2" clId="{E538005D-6C9D-074D-B7B3-C4950FF5C9F2}" dt="2018-09-23T18:52:06.566" v="111"/>
          <ac:inkMkLst>
            <pc:docMk/>
            <pc:sldMk cId="702252208" sldId="395"/>
            <ac:inkMk id="7" creationId="{FA2ABF6D-42AC-FA42-8B66-4DA420BD53CA}"/>
          </ac:inkMkLst>
        </pc:inkChg>
        <pc:inkChg chg="add del">
          <ac:chgData name="Marianne Freeman" userId="1199072752_tp_dropbox" providerId="OAuth2" clId="{E538005D-6C9D-074D-B7B3-C4950FF5C9F2}" dt="2018-09-23T18:52:14.221" v="115"/>
          <ac:inkMkLst>
            <pc:docMk/>
            <pc:sldMk cId="702252208" sldId="395"/>
            <ac:inkMk id="8" creationId="{05F55315-220C-2A4D-A9D9-67775AF96A89}"/>
          </ac:inkMkLst>
        </pc:inkChg>
        <pc:inkChg chg="add del">
          <ac:chgData name="Marianne Freeman" userId="1199072752_tp_dropbox" providerId="OAuth2" clId="{E538005D-6C9D-074D-B7B3-C4950FF5C9F2}" dt="2018-09-23T18:52:12.437" v="114"/>
          <ac:inkMkLst>
            <pc:docMk/>
            <pc:sldMk cId="702252208" sldId="395"/>
            <ac:inkMk id="9" creationId="{C5EF3D8C-A668-B140-8E79-1ED3AFED84C0}"/>
          </ac:inkMkLst>
        </pc:inkChg>
        <pc:inkChg chg="add">
          <ac:chgData name="Marianne Freeman" userId="1199072752_tp_dropbox" providerId="OAuth2" clId="{E538005D-6C9D-074D-B7B3-C4950FF5C9F2}" dt="2018-09-23T18:52:18.696" v="116"/>
          <ac:inkMkLst>
            <pc:docMk/>
            <pc:sldMk cId="702252208" sldId="395"/>
            <ac:inkMk id="10" creationId="{CEB22042-4C69-C645-86A3-19F9B254297B}"/>
          </ac:inkMkLst>
        </pc:inkChg>
        <pc:inkChg chg="add">
          <ac:chgData name="Marianne Freeman" userId="1199072752_tp_dropbox" providerId="OAuth2" clId="{E538005D-6C9D-074D-B7B3-C4950FF5C9F2}" dt="2018-09-23T18:52:52.947" v="118"/>
          <ac:inkMkLst>
            <pc:docMk/>
            <pc:sldMk cId="702252208" sldId="395"/>
            <ac:inkMk id="11" creationId="{9C05428A-DEC5-E643-98EB-FF6AF62A1028}"/>
          </ac:inkMkLst>
        </pc:inkChg>
      </pc:sldChg>
      <pc:sldChg chg="addSp modSp">
        <pc:chgData name="Marianne Freeman" userId="1199072752_tp_dropbox" providerId="OAuth2" clId="{E538005D-6C9D-074D-B7B3-C4950FF5C9F2}" dt="2018-09-23T19:23:30.926" v="184"/>
        <pc:sldMkLst>
          <pc:docMk/>
          <pc:sldMk cId="598036102" sldId="400"/>
        </pc:sldMkLst>
        <pc:spChg chg="mod">
          <ac:chgData name="Marianne Freeman" userId="1199072752_tp_dropbox" providerId="OAuth2" clId="{E538005D-6C9D-074D-B7B3-C4950FF5C9F2}" dt="2018-09-23T19:23:25.159" v="183" actId="20577"/>
          <ac:spMkLst>
            <pc:docMk/>
            <pc:sldMk cId="598036102" sldId="40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3:30.926" v="184"/>
          <ac:inkMkLst>
            <pc:docMk/>
            <pc:sldMk cId="598036102" sldId="400"/>
            <ac:inkMk id="5" creationId="{BBCFD3E9-37FA-A440-8412-6661E44EF590}"/>
          </ac:inkMkLst>
        </pc:inkChg>
      </pc:sldChg>
      <pc:sldChg chg="addSp modSp">
        <pc:chgData name="Marianne Freeman" userId="1199072752_tp_dropbox" providerId="OAuth2" clId="{E538005D-6C9D-074D-B7B3-C4950FF5C9F2}" dt="2018-09-23T19:07:07.562" v="130" actId="1076"/>
        <pc:sldMkLst>
          <pc:docMk/>
          <pc:sldMk cId="4181436688" sldId="407"/>
        </pc:sldMkLst>
        <pc:spChg chg="mod">
          <ac:chgData name="Marianne Freeman" userId="1199072752_tp_dropbox" providerId="OAuth2" clId="{E538005D-6C9D-074D-B7B3-C4950FF5C9F2}" dt="2018-09-23T19:07:07.562" v="130" actId="1076"/>
          <ac:spMkLst>
            <pc:docMk/>
            <pc:sldMk cId="4181436688" sldId="407"/>
            <ac:spMk id="3" creationId="{00000000-0000-0000-0000-000000000000}"/>
          </ac:spMkLst>
        </pc:spChg>
        <pc:inkChg chg="add mod">
          <ac:chgData name="Marianne Freeman" userId="1199072752_tp_dropbox" providerId="OAuth2" clId="{E538005D-6C9D-074D-B7B3-C4950FF5C9F2}" dt="2018-09-23T19:06:57.961" v="128" actId="14100"/>
          <ac:inkMkLst>
            <pc:docMk/>
            <pc:sldMk cId="4181436688" sldId="407"/>
            <ac:inkMk id="5" creationId="{F8816BD5-F4D6-9143-B03D-8E0886F89E90}"/>
          </ac:inkMkLst>
        </pc:inkChg>
        <pc:inkChg chg="add">
          <ac:chgData name="Marianne Freeman" userId="1199072752_tp_dropbox" providerId="OAuth2" clId="{E538005D-6C9D-074D-B7B3-C4950FF5C9F2}" dt="2018-09-23T19:06:36.906" v="126"/>
          <ac:inkMkLst>
            <pc:docMk/>
            <pc:sldMk cId="4181436688" sldId="407"/>
            <ac:inkMk id="6" creationId="{7301C363-1F5B-334D-B910-8842F41A00F2}"/>
          </ac:inkMkLst>
        </pc:inkChg>
      </pc:sldChg>
      <pc:sldChg chg="addSp modSp">
        <pc:chgData name="Marianne Freeman" userId="1199072752_tp_dropbox" providerId="OAuth2" clId="{E538005D-6C9D-074D-B7B3-C4950FF5C9F2}" dt="2018-09-23T19:11:34.728" v="134"/>
        <pc:sldMkLst>
          <pc:docMk/>
          <pc:sldMk cId="3876919788" sldId="410"/>
        </pc:sldMkLst>
        <pc:spChg chg="mod">
          <ac:chgData name="Marianne Freeman" userId="1199072752_tp_dropbox" providerId="OAuth2" clId="{E538005D-6C9D-074D-B7B3-C4950FF5C9F2}" dt="2018-09-23T19:11:15.805" v="132" actId="108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1:33.276" v="133"/>
          <ac:inkMkLst>
            <pc:docMk/>
            <pc:sldMk cId="3876919788" sldId="410"/>
            <ac:inkMk id="5" creationId="{B6647843-A5AD-7848-81A0-733183FFDE2B}"/>
          </ac:inkMkLst>
        </pc:inkChg>
        <pc:inkChg chg="add">
          <ac:chgData name="Marianne Freeman" userId="1199072752_tp_dropbox" providerId="OAuth2" clId="{E538005D-6C9D-074D-B7B3-C4950FF5C9F2}" dt="2018-09-23T19:11:34.728" v="134"/>
          <ac:inkMkLst>
            <pc:docMk/>
            <pc:sldMk cId="3876919788" sldId="410"/>
            <ac:inkMk id="6" creationId="{7F22537C-2B7A-CB44-A8C1-B7B5FD92D941}"/>
          </ac:inkMkLst>
        </pc:inkChg>
      </pc:sldChg>
      <pc:sldChg chg="addSp delSp modSp">
        <pc:chgData name="Marianne Freeman" userId="1199072752_tp_dropbox" providerId="OAuth2" clId="{E538005D-6C9D-074D-B7B3-C4950FF5C9F2}" dt="2018-09-23T19:13:38.948" v="139" actId="113"/>
        <pc:sldMkLst>
          <pc:docMk/>
          <pc:sldMk cId="2656147237" sldId="411"/>
        </pc:sldMkLst>
        <pc:spChg chg="mod">
          <ac:chgData name="Marianne Freeman" userId="1199072752_tp_dropbox" providerId="OAuth2" clId="{E538005D-6C9D-074D-B7B3-C4950FF5C9F2}" dt="2018-09-23T19:13:38.948" v="139" actId="113"/>
          <ac:spMkLst>
            <pc:docMk/>
            <pc:sldMk cId="2656147237" sldId="411"/>
            <ac:spMk id="2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13:30.563" v="138"/>
          <ac:inkMkLst>
            <pc:docMk/>
            <pc:sldMk cId="2656147237" sldId="411"/>
            <ac:inkMk id="5" creationId="{62B53D5C-9D57-124B-B673-45034711FC0B}"/>
          </ac:inkMkLst>
        </pc:inkChg>
        <pc:inkChg chg="add del">
          <ac:chgData name="Marianne Freeman" userId="1199072752_tp_dropbox" providerId="OAuth2" clId="{E538005D-6C9D-074D-B7B3-C4950FF5C9F2}" dt="2018-09-23T19:13:29.304" v="137"/>
          <ac:inkMkLst>
            <pc:docMk/>
            <pc:sldMk cId="2656147237" sldId="411"/>
            <ac:inkMk id="6" creationId="{0BCF784E-B2A0-6241-9AD1-D358D0ECE292}"/>
          </ac:inkMkLst>
        </pc:inkChg>
      </pc:sldChg>
      <pc:sldChg chg="addSp modSp">
        <pc:chgData name="Marianne Freeman" userId="1199072752_tp_dropbox" providerId="OAuth2" clId="{E538005D-6C9D-074D-B7B3-C4950FF5C9F2}" dt="2018-09-23T19:17:51.670" v="141"/>
        <pc:sldMkLst>
          <pc:docMk/>
          <pc:sldMk cId="3748229840" sldId="414"/>
        </pc:sldMkLst>
        <pc:spChg chg="mod">
          <ac:chgData name="Marianne Freeman" userId="1199072752_tp_dropbox" providerId="OAuth2" clId="{E538005D-6C9D-074D-B7B3-C4950FF5C9F2}" dt="2018-09-23T19:16:37.639" v="140" actId="20577"/>
          <ac:spMkLst>
            <pc:docMk/>
            <pc:sldMk cId="3748229840" sldId="414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7:51.670" v="141"/>
          <ac:inkMkLst>
            <pc:docMk/>
            <pc:sldMk cId="3748229840" sldId="414"/>
            <ac:inkMk id="5" creationId="{E82DA388-D2CE-5746-AEA9-F43306DF822A}"/>
          </ac:inkMkLst>
        </pc:inkChg>
      </pc:sldChg>
      <pc:sldChg chg="modSp">
        <pc:chgData name="Marianne Freeman" userId="1199072752_tp_dropbox" providerId="OAuth2" clId="{E538005D-6C9D-074D-B7B3-C4950FF5C9F2}" dt="2018-09-23T19:19:57.974" v="181" actId="20577"/>
        <pc:sldMkLst>
          <pc:docMk/>
          <pc:sldMk cId="575372447" sldId="415"/>
        </pc:sldMkLst>
        <pc:spChg chg="mod">
          <ac:chgData name="Marianne Freeman" userId="1199072752_tp_dropbox" providerId="OAuth2" clId="{E538005D-6C9D-074D-B7B3-C4950FF5C9F2}" dt="2018-09-23T19:19:57.974" v="181" actId="20577"/>
          <ac:spMkLst>
            <pc:docMk/>
            <pc:sldMk cId="575372447" sldId="41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9:24:25.416" v="191"/>
        <pc:sldMkLst>
          <pc:docMk/>
          <pc:sldMk cId="1707914039" sldId="417"/>
        </pc:sldMkLst>
        <pc:spChg chg="mod">
          <ac:chgData name="Marianne Freeman" userId="1199072752_tp_dropbox" providerId="OAuth2" clId="{E538005D-6C9D-074D-B7B3-C4950FF5C9F2}" dt="2018-09-23T19:24:13.883" v="188" actId="20577"/>
          <ac:spMkLst>
            <pc:docMk/>
            <pc:sldMk cId="1707914039" sldId="417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24:22.473" v="190"/>
          <ac:inkMkLst>
            <pc:docMk/>
            <pc:sldMk cId="1707914039" sldId="417"/>
            <ac:inkMk id="5" creationId="{88B6BFF0-7EC9-5042-9857-BEE230BF8524}"/>
          </ac:inkMkLst>
        </pc:inkChg>
        <pc:inkChg chg="add">
          <ac:chgData name="Marianne Freeman" userId="1199072752_tp_dropbox" providerId="OAuth2" clId="{E538005D-6C9D-074D-B7B3-C4950FF5C9F2}" dt="2018-09-23T19:24:25.416" v="191"/>
          <ac:inkMkLst>
            <pc:docMk/>
            <pc:sldMk cId="1707914039" sldId="417"/>
            <ac:inkMk id="6" creationId="{E921DE8B-0434-DC44-946D-45C049D1FB93}"/>
          </ac:inkMkLst>
        </pc:inkChg>
      </pc:sldChg>
      <pc:sldChg chg="addSp modSp">
        <pc:chgData name="Marianne Freeman" userId="1199072752_tp_dropbox" providerId="OAuth2" clId="{E538005D-6C9D-074D-B7B3-C4950FF5C9F2}" dt="2018-09-23T19:28:09.116" v="195"/>
        <pc:sldMkLst>
          <pc:docMk/>
          <pc:sldMk cId="3346571908" sldId="420"/>
        </pc:sldMkLst>
        <pc:spChg chg="mod">
          <ac:chgData name="Marianne Freeman" userId="1199072752_tp_dropbox" providerId="OAuth2" clId="{E538005D-6C9D-074D-B7B3-C4950FF5C9F2}" dt="2018-09-23T19:27:59.710" v="194" actId="113"/>
          <ac:spMkLst>
            <pc:docMk/>
            <pc:sldMk cId="3346571908" sldId="42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8:09.116" v="195"/>
          <ac:inkMkLst>
            <pc:docMk/>
            <pc:sldMk cId="3346571908" sldId="420"/>
            <ac:inkMk id="5" creationId="{5C43B67C-8979-CA47-B49A-D6C398819710}"/>
          </ac:inkMkLst>
        </pc:inkChg>
      </pc:sldChg>
    </pc:docChg>
  </pc:docChgLst>
  <pc:docChgLst>
    <pc:chgData name="Marianne Freeman" userId="1199072752_tp_dropbox" providerId="OAuth2" clId="{40669BA2-95E1-8E47-94F8-5183E097AD6D}"/>
    <pc:docChg chg="undo custSel modSld">
      <pc:chgData name="Marianne Freeman" userId="1199072752_tp_dropbox" providerId="OAuth2" clId="{40669BA2-95E1-8E47-94F8-5183E097AD6D}" dt="2018-09-24T01:55:37.936" v="127" actId="20577"/>
      <pc:docMkLst>
        <pc:docMk/>
      </pc:docMkLst>
      <pc:sldChg chg="addSp modSp">
        <pc:chgData name="Marianne Freeman" userId="1199072752_tp_dropbox" providerId="OAuth2" clId="{40669BA2-95E1-8E47-94F8-5183E097AD6D}" dt="2018-09-24T01:30:38.994" v="3"/>
        <pc:sldMkLst>
          <pc:docMk/>
          <pc:sldMk cId="4107030490" sldId="362"/>
        </pc:sldMkLst>
        <pc:spChg chg="mod">
          <ac:chgData name="Marianne Freeman" userId="1199072752_tp_dropbox" providerId="OAuth2" clId="{40669BA2-95E1-8E47-94F8-5183E097AD6D}" dt="2018-09-24T01:30:34.136" v="2" actId="20577"/>
          <ac:spMkLst>
            <pc:docMk/>
            <pc:sldMk cId="4107030490" sldId="36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0:38.994" v="3"/>
          <ac:inkMkLst>
            <pc:docMk/>
            <pc:sldMk cId="4107030490" sldId="362"/>
            <ac:inkMk id="5" creationId="{1FBB5608-B06C-C34B-BA70-907C592C51BA}"/>
          </ac:inkMkLst>
        </pc:inkChg>
      </pc:sldChg>
      <pc:sldChg chg="addSp delSp modSp">
        <pc:chgData name="Marianne Freeman" userId="1199072752_tp_dropbox" providerId="OAuth2" clId="{40669BA2-95E1-8E47-94F8-5183E097AD6D}" dt="2018-09-24T01:32:35.221" v="15"/>
        <pc:sldMkLst>
          <pc:docMk/>
          <pc:sldMk cId="443166251" sldId="365"/>
        </pc:sldMkLst>
        <pc:spChg chg="mod">
          <ac:chgData name="Marianne Freeman" userId="1199072752_tp_dropbox" providerId="OAuth2" clId="{40669BA2-95E1-8E47-94F8-5183E097AD6D}" dt="2018-09-24T01:32:29.439" v="14" actId="20577"/>
          <ac:spMkLst>
            <pc:docMk/>
            <pc:sldMk cId="443166251" sldId="36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1:35.602" v="8"/>
          <ac:inkMkLst>
            <pc:docMk/>
            <pc:sldMk cId="443166251" sldId="365"/>
            <ac:inkMk id="5" creationId="{6FB0489D-C984-0A42-8C7E-A14D2E4809DE}"/>
          </ac:inkMkLst>
        </pc:inkChg>
        <pc:inkChg chg="add">
          <ac:chgData name="Marianne Freeman" userId="1199072752_tp_dropbox" providerId="OAuth2" clId="{40669BA2-95E1-8E47-94F8-5183E097AD6D}" dt="2018-09-24T01:31:37.275" v="9"/>
          <ac:inkMkLst>
            <pc:docMk/>
            <pc:sldMk cId="443166251" sldId="365"/>
            <ac:inkMk id="6" creationId="{F759B949-6E71-284C-B2EF-695E158B96A7}"/>
          </ac:inkMkLst>
        </pc:inkChg>
        <pc:inkChg chg="add">
          <ac:chgData name="Marianne Freeman" userId="1199072752_tp_dropbox" providerId="OAuth2" clId="{40669BA2-95E1-8E47-94F8-5183E097AD6D}" dt="2018-09-24T01:31:54.536" v="11"/>
          <ac:inkMkLst>
            <pc:docMk/>
            <pc:sldMk cId="443166251" sldId="365"/>
            <ac:inkMk id="7" creationId="{A5EA7CE8-6AED-1142-9F8D-2C0D57D59A1C}"/>
          </ac:inkMkLst>
        </pc:inkChg>
        <pc:inkChg chg="add del">
          <ac:chgData name="Marianne Freeman" userId="1199072752_tp_dropbox" providerId="OAuth2" clId="{40669BA2-95E1-8E47-94F8-5183E097AD6D}" dt="2018-09-24T01:32:22.949" v="13"/>
          <ac:inkMkLst>
            <pc:docMk/>
            <pc:sldMk cId="443166251" sldId="365"/>
            <ac:inkMk id="8" creationId="{09EE0DA1-37D3-2345-9D6A-D6AF344ECA84}"/>
          </ac:inkMkLst>
        </pc:inkChg>
        <pc:inkChg chg="add">
          <ac:chgData name="Marianne Freeman" userId="1199072752_tp_dropbox" providerId="OAuth2" clId="{40669BA2-95E1-8E47-94F8-5183E097AD6D}" dt="2018-09-24T01:32:35.221" v="15"/>
          <ac:inkMkLst>
            <pc:docMk/>
            <pc:sldMk cId="443166251" sldId="365"/>
            <ac:inkMk id="9" creationId="{09D52438-9E31-5349-BFCD-5646F8C17113}"/>
          </ac:inkMkLst>
        </pc:inkChg>
      </pc:sldChg>
      <pc:sldChg chg="addSp modSp">
        <pc:chgData name="Marianne Freeman" userId="1199072752_tp_dropbox" providerId="OAuth2" clId="{40669BA2-95E1-8E47-94F8-5183E097AD6D}" dt="2018-09-24T01:33:07.355" v="17"/>
        <pc:sldMkLst>
          <pc:docMk/>
          <pc:sldMk cId="4234321284" sldId="368"/>
        </pc:sldMkLst>
        <pc:spChg chg="mod">
          <ac:chgData name="Marianne Freeman" userId="1199072752_tp_dropbox" providerId="OAuth2" clId="{40669BA2-95E1-8E47-94F8-5183E097AD6D}" dt="2018-09-24T01:33:03.195" v="16" actId="20577"/>
          <ac:spMkLst>
            <pc:docMk/>
            <pc:sldMk cId="4234321284" sldId="36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07.355" v="17"/>
          <ac:inkMkLst>
            <pc:docMk/>
            <pc:sldMk cId="4234321284" sldId="368"/>
            <ac:inkMk id="5" creationId="{8DC6F357-72CB-9C40-AFC6-45351BB5C1A2}"/>
          </ac:inkMkLst>
        </pc:inkChg>
      </pc:sldChg>
      <pc:sldChg chg="addSp modSp">
        <pc:chgData name="Marianne Freeman" userId="1199072752_tp_dropbox" providerId="OAuth2" clId="{40669BA2-95E1-8E47-94F8-5183E097AD6D}" dt="2018-09-24T01:33:48.637" v="23"/>
        <pc:sldMkLst>
          <pc:docMk/>
          <pc:sldMk cId="410699370" sldId="369"/>
        </pc:sldMkLst>
        <pc:spChg chg="mod">
          <ac:chgData name="Marianne Freeman" userId="1199072752_tp_dropbox" providerId="OAuth2" clId="{40669BA2-95E1-8E47-94F8-5183E097AD6D}" dt="2018-09-24T01:33:39.524" v="21" actId="20577"/>
          <ac:spMkLst>
            <pc:docMk/>
            <pc:sldMk cId="410699370" sldId="369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45.869" v="22"/>
          <ac:inkMkLst>
            <pc:docMk/>
            <pc:sldMk cId="410699370" sldId="369"/>
            <ac:inkMk id="5" creationId="{C69BB6FB-C55C-164A-BF33-B61852E054F8}"/>
          </ac:inkMkLst>
        </pc:inkChg>
        <pc:inkChg chg="add">
          <ac:chgData name="Marianne Freeman" userId="1199072752_tp_dropbox" providerId="OAuth2" clId="{40669BA2-95E1-8E47-94F8-5183E097AD6D}" dt="2018-09-24T01:33:48.637" v="23"/>
          <ac:inkMkLst>
            <pc:docMk/>
            <pc:sldMk cId="410699370" sldId="369"/>
            <ac:inkMk id="6" creationId="{682BE39F-A743-EE45-A51B-6EDAAEFA932D}"/>
          </ac:inkMkLst>
        </pc:inkChg>
      </pc:sldChg>
      <pc:sldChg chg="addSp modSp">
        <pc:chgData name="Marianne Freeman" userId="1199072752_tp_dropbox" providerId="OAuth2" clId="{40669BA2-95E1-8E47-94F8-5183E097AD6D}" dt="2018-09-24T01:34:25.192" v="25"/>
        <pc:sldMkLst>
          <pc:docMk/>
          <pc:sldMk cId="4093733626" sldId="371"/>
        </pc:sldMkLst>
        <pc:spChg chg="mod">
          <ac:chgData name="Marianne Freeman" userId="1199072752_tp_dropbox" providerId="OAuth2" clId="{40669BA2-95E1-8E47-94F8-5183E097AD6D}" dt="2018-09-24T01:34:19.592" v="24" actId="20577"/>
          <ac:spMkLst>
            <pc:docMk/>
            <pc:sldMk cId="4093733626" sldId="37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25.192" v="25"/>
          <ac:inkMkLst>
            <pc:docMk/>
            <pc:sldMk cId="4093733626" sldId="371"/>
            <ac:inkMk id="5" creationId="{474CB5BA-CE6D-C84C-B091-B856AA3D827B}"/>
          </ac:inkMkLst>
        </pc:inkChg>
      </pc:sldChg>
      <pc:sldChg chg="addSp modSp">
        <pc:chgData name="Marianne Freeman" userId="1199072752_tp_dropbox" providerId="OAuth2" clId="{40669BA2-95E1-8E47-94F8-5183E097AD6D}" dt="2018-09-24T01:34:48.787" v="27"/>
        <pc:sldMkLst>
          <pc:docMk/>
          <pc:sldMk cId="2674206959" sldId="373"/>
        </pc:sldMkLst>
        <pc:spChg chg="mod">
          <ac:chgData name="Marianne Freeman" userId="1199072752_tp_dropbox" providerId="OAuth2" clId="{40669BA2-95E1-8E47-94F8-5183E097AD6D}" dt="2018-09-24T01:34:42.100" v="26" actId="20577"/>
          <ac:spMkLst>
            <pc:docMk/>
            <pc:sldMk cId="2674206959" sldId="373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48.787" v="27"/>
          <ac:inkMkLst>
            <pc:docMk/>
            <pc:sldMk cId="2674206959" sldId="373"/>
            <ac:inkMk id="5" creationId="{8A6CF4D8-1F5B-9E4C-8B1B-1EF7DD01D5A8}"/>
          </ac:inkMkLst>
        </pc:inkChg>
      </pc:sldChg>
      <pc:sldChg chg="addSp delSp modSp">
        <pc:chgData name="Marianne Freeman" userId="1199072752_tp_dropbox" providerId="OAuth2" clId="{40669BA2-95E1-8E47-94F8-5183E097AD6D}" dt="2018-09-24T01:35:20.095" v="31"/>
        <pc:sldMkLst>
          <pc:docMk/>
          <pc:sldMk cId="1776954696" sldId="375"/>
        </pc:sldMkLst>
        <pc:spChg chg="mod">
          <ac:chgData name="Marianne Freeman" userId="1199072752_tp_dropbox" providerId="OAuth2" clId="{40669BA2-95E1-8E47-94F8-5183E097AD6D}" dt="2018-09-24T01:35:13.374" v="30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08.331" v="29"/>
          <ac:inkMkLst>
            <pc:docMk/>
            <pc:sldMk cId="1776954696" sldId="375"/>
            <ac:inkMk id="5" creationId="{8A09672E-D29F-324D-BF9F-DD54A41947DA}"/>
          </ac:inkMkLst>
        </pc:inkChg>
        <pc:inkChg chg="add">
          <ac:chgData name="Marianne Freeman" userId="1199072752_tp_dropbox" providerId="OAuth2" clId="{40669BA2-95E1-8E47-94F8-5183E097AD6D}" dt="2018-09-24T01:35:20.095" v="31"/>
          <ac:inkMkLst>
            <pc:docMk/>
            <pc:sldMk cId="1776954696" sldId="375"/>
            <ac:inkMk id="6" creationId="{0B0C837B-1807-E84C-BFED-D0F5A7FB5782}"/>
          </ac:inkMkLst>
        </pc:inkChg>
      </pc:sldChg>
      <pc:sldChg chg="addSp delSp modSp">
        <pc:chgData name="Marianne Freeman" userId="1199072752_tp_dropbox" providerId="OAuth2" clId="{40669BA2-95E1-8E47-94F8-5183E097AD6D}" dt="2018-09-24T01:36:42.450" v="39"/>
        <pc:sldMkLst>
          <pc:docMk/>
          <pc:sldMk cId="533167322" sldId="376"/>
        </pc:sldMkLst>
        <pc:spChg chg="mod">
          <ac:chgData name="Marianne Freeman" userId="1199072752_tp_dropbox" providerId="OAuth2" clId="{40669BA2-95E1-8E47-94F8-5183E097AD6D}" dt="2018-09-24T01:36:29.570" v="38" actId="108"/>
          <ac:spMkLst>
            <pc:docMk/>
            <pc:sldMk cId="533167322" sldId="376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52.498" v="33"/>
          <ac:inkMkLst>
            <pc:docMk/>
            <pc:sldMk cId="533167322" sldId="376"/>
            <ac:inkMk id="5" creationId="{9775929F-5C99-E045-8DC0-1B83ACBFE7C1}"/>
          </ac:inkMkLst>
        </pc:inkChg>
        <pc:inkChg chg="add">
          <ac:chgData name="Marianne Freeman" userId="1199072752_tp_dropbox" providerId="OAuth2" clId="{40669BA2-95E1-8E47-94F8-5183E097AD6D}" dt="2018-09-24T01:36:42.450" v="39"/>
          <ac:inkMkLst>
            <pc:docMk/>
            <pc:sldMk cId="533167322" sldId="376"/>
            <ac:inkMk id="6" creationId="{CE25063C-0C6E-C944-AE39-F48FF8060AB4}"/>
          </ac:inkMkLst>
        </pc:inkChg>
      </pc:sldChg>
      <pc:sldChg chg="addSp modSp">
        <pc:chgData name="Marianne Freeman" userId="1199072752_tp_dropbox" providerId="OAuth2" clId="{40669BA2-95E1-8E47-94F8-5183E097AD6D}" dt="2018-09-24T01:36:54.449" v="41" actId="20577"/>
        <pc:sldMkLst>
          <pc:docMk/>
          <pc:sldMk cId="431033916" sldId="377"/>
        </pc:sldMkLst>
        <pc:spChg chg="mod">
          <ac:chgData name="Marianne Freeman" userId="1199072752_tp_dropbox" providerId="OAuth2" clId="{40669BA2-95E1-8E47-94F8-5183E097AD6D}" dt="2018-09-24T01:36:54.449" v="41" actId="20577"/>
          <ac:spMkLst>
            <pc:docMk/>
            <pc:sldMk cId="431033916" sldId="37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6:48.207" v="40"/>
          <ac:inkMkLst>
            <pc:docMk/>
            <pc:sldMk cId="431033916" sldId="377"/>
            <ac:inkMk id="5" creationId="{A66B023A-9363-DB44-A8BA-A935926202D9}"/>
          </ac:inkMkLst>
        </pc:inkChg>
      </pc:sldChg>
      <pc:sldChg chg="addSp modSp">
        <pc:chgData name="Marianne Freeman" userId="1199072752_tp_dropbox" providerId="OAuth2" clId="{40669BA2-95E1-8E47-94F8-5183E097AD6D}" dt="2018-09-24T01:37:16.850" v="43"/>
        <pc:sldMkLst>
          <pc:docMk/>
          <pc:sldMk cId="1192874905" sldId="378"/>
        </pc:sldMkLst>
        <pc:spChg chg="mod">
          <ac:chgData name="Marianne Freeman" userId="1199072752_tp_dropbox" providerId="OAuth2" clId="{40669BA2-95E1-8E47-94F8-5183E097AD6D}" dt="2018-09-24T01:37:10.671" v="42" actId="20577"/>
          <ac:spMkLst>
            <pc:docMk/>
            <pc:sldMk cId="1192874905" sldId="37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7:16.850" v="43"/>
          <ac:inkMkLst>
            <pc:docMk/>
            <pc:sldMk cId="1192874905" sldId="378"/>
            <ac:inkMk id="7" creationId="{8E8CC804-51AE-4E45-8846-E8F9882A4881}"/>
          </ac:inkMkLst>
        </pc:inkChg>
      </pc:sldChg>
      <pc:sldChg chg="addSp delSp modSp">
        <pc:chgData name="Marianne Freeman" userId="1199072752_tp_dropbox" providerId="OAuth2" clId="{40669BA2-95E1-8E47-94F8-5183E097AD6D}" dt="2018-09-24T01:38:06.594" v="49"/>
        <pc:sldMkLst>
          <pc:docMk/>
          <pc:sldMk cId="203412267" sldId="379"/>
        </pc:sldMkLst>
        <pc:spChg chg="mod">
          <ac:chgData name="Marianne Freeman" userId="1199072752_tp_dropbox" providerId="OAuth2" clId="{40669BA2-95E1-8E47-94F8-5183E097AD6D}" dt="2018-09-24T01:37:46.764" v="48" actId="20577"/>
          <ac:spMkLst>
            <pc:docMk/>
            <pc:sldMk cId="203412267" sldId="379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7:30.908" v="45"/>
          <ac:inkMkLst>
            <pc:docMk/>
            <pc:sldMk cId="203412267" sldId="379"/>
            <ac:inkMk id="6" creationId="{C52723A6-2452-234D-AA3E-89DA3ACBFF39}"/>
          </ac:inkMkLst>
        </pc:inkChg>
        <pc:inkChg chg="add">
          <ac:chgData name="Marianne Freeman" userId="1199072752_tp_dropbox" providerId="OAuth2" clId="{40669BA2-95E1-8E47-94F8-5183E097AD6D}" dt="2018-09-24T01:38:06.594" v="49"/>
          <ac:inkMkLst>
            <pc:docMk/>
            <pc:sldMk cId="203412267" sldId="379"/>
            <ac:inkMk id="7" creationId="{05A03AFB-E9B9-E240-A3D3-1B418D452881}"/>
          </ac:inkMkLst>
        </pc:inkChg>
      </pc:sldChg>
      <pc:sldChg chg="addSp delSp modSp">
        <pc:chgData name="Marianne Freeman" userId="1199072752_tp_dropbox" providerId="OAuth2" clId="{40669BA2-95E1-8E47-94F8-5183E097AD6D}" dt="2018-09-24T01:39:23.724" v="57"/>
        <pc:sldMkLst>
          <pc:docMk/>
          <pc:sldMk cId="1178905142" sldId="383"/>
        </pc:sldMkLst>
        <pc:spChg chg="mod">
          <ac:chgData name="Marianne Freeman" userId="1199072752_tp_dropbox" providerId="OAuth2" clId="{40669BA2-95E1-8E47-94F8-5183E097AD6D}" dt="2018-09-24T01:39:19.022" v="56" actId="20577"/>
          <ac:spMkLst>
            <pc:docMk/>
            <pc:sldMk cId="1178905142" sldId="383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8:53.242" v="51"/>
          <ac:inkMkLst>
            <pc:docMk/>
            <pc:sldMk cId="1178905142" sldId="383"/>
            <ac:inkMk id="5" creationId="{580F5572-CC9B-F94F-81DF-EEE4E06CCA91}"/>
          </ac:inkMkLst>
        </pc:inkChg>
        <pc:inkChg chg="add mod">
          <ac:chgData name="Marianne Freeman" userId="1199072752_tp_dropbox" providerId="OAuth2" clId="{40669BA2-95E1-8E47-94F8-5183E097AD6D}" dt="2018-09-24T01:39:03.562" v="54" actId="1037"/>
          <ac:inkMkLst>
            <pc:docMk/>
            <pc:sldMk cId="1178905142" sldId="383"/>
            <ac:inkMk id="6" creationId="{4DEDD52C-A2EC-744A-846E-80AB808BF55B}"/>
          </ac:inkMkLst>
        </pc:inkChg>
        <pc:inkChg chg="add">
          <ac:chgData name="Marianne Freeman" userId="1199072752_tp_dropbox" providerId="OAuth2" clId="{40669BA2-95E1-8E47-94F8-5183E097AD6D}" dt="2018-09-24T01:39:23.724" v="57"/>
          <ac:inkMkLst>
            <pc:docMk/>
            <pc:sldMk cId="1178905142" sldId="383"/>
            <ac:inkMk id="7" creationId="{31323D06-2F29-6846-8DB8-8DC2BFD3934A}"/>
          </ac:inkMkLst>
        </pc:inkChg>
      </pc:sldChg>
      <pc:sldChg chg="addSp delSp modSp">
        <pc:chgData name="Marianne Freeman" userId="1199072752_tp_dropbox" providerId="OAuth2" clId="{40669BA2-95E1-8E47-94F8-5183E097AD6D}" dt="2018-09-24T01:39:57.924" v="63"/>
        <pc:sldMkLst>
          <pc:docMk/>
          <pc:sldMk cId="1403642304" sldId="384"/>
        </pc:sldMkLst>
        <pc:spChg chg="mod">
          <ac:chgData name="Marianne Freeman" userId="1199072752_tp_dropbox" providerId="OAuth2" clId="{40669BA2-95E1-8E47-94F8-5183E097AD6D}" dt="2018-09-24T01:39:44.537" v="62" actId="20577"/>
          <ac:spMkLst>
            <pc:docMk/>
            <pc:sldMk cId="1403642304" sldId="38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9:41.075" v="61"/>
          <ac:inkMkLst>
            <pc:docMk/>
            <pc:sldMk cId="1403642304" sldId="384"/>
            <ac:inkMk id="6" creationId="{BAEA72C9-D7EB-9743-BA73-9A41C98AC829}"/>
          </ac:inkMkLst>
        </pc:inkChg>
        <pc:inkChg chg="add del">
          <ac:chgData name="Marianne Freeman" userId="1199072752_tp_dropbox" providerId="OAuth2" clId="{40669BA2-95E1-8E47-94F8-5183E097AD6D}" dt="2018-09-24T01:39:38.767" v="60"/>
          <ac:inkMkLst>
            <pc:docMk/>
            <pc:sldMk cId="1403642304" sldId="384"/>
            <ac:inkMk id="7" creationId="{7BD7378C-9AF1-F644-81A4-99EAE0598415}"/>
          </ac:inkMkLst>
        </pc:inkChg>
        <pc:inkChg chg="add">
          <ac:chgData name="Marianne Freeman" userId="1199072752_tp_dropbox" providerId="OAuth2" clId="{40669BA2-95E1-8E47-94F8-5183E097AD6D}" dt="2018-09-24T01:39:57.924" v="63"/>
          <ac:inkMkLst>
            <pc:docMk/>
            <pc:sldMk cId="1403642304" sldId="384"/>
            <ac:inkMk id="8" creationId="{590DABBF-83E5-C34C-BF74-11CBD0231405}"/>
          </ac:inkMkLst>
        </pc:inkChg>
      </pc:sldChg>
      <pc:sldChg chg="addSp modSp">
        <pc:chgData name="Marianne Freeman" userId="1199072752_tp_dropbox" providerId="OAuth2" clId="{40669BA2-95E1-8E47-94F8-5183E097AD6D}" dt="2018-09-24T01:40:33.368" v="71"/>
        <pc:sldMkLst>
          <pc:docMk/>
          <pc:sldMk cId="3545988939" sldId="385"/>
        </pc:sldMkLst>
        <pc:spChg chg="mod">
          <ac:chgData name="Marianne Freeman" userId="1199072752_tp_dropbox" providerId="OAuth2" clId="{40669BA2-95E1-8E47-94F8-5183E097AD6D}" dt="2018-09-24T01:40:24.501" v="68" actId="20577"/>
          <ac:spMkLst>
            <pc:docMk/>
            <pc:sldMk cId="3545988939" sldId="385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0:30.635" v="69"/>
          <ac:inkMkLst>
            <pc:docMk/>
            <pc:sldMk cId="3545988939" sldId="385"/>
            <ac:inkMk id="5" creationId="{5AF068DE-3875-E548-A16A-B03B4AE62181}"/>
          </ac:inkMkLst>
        </pc:inkChg>
        <pc:inkChg chg="add">
          <ac:chgData name="Marianne Freeman" userId="1199072752_tp_dropbox" providerId="OAuth2" clId="{40669BA2-95E1-8E47-94F8-5183E097AD6D}" dt="2018-09-24T01:40:31.864" v="70"/>
          <ac:inkMkLst>
            <pc:docMk/>
            <pc:sldMk cId="3545988939" sldId="385"/>
            <ac:inkMk id="6" creationId="{1F2C93CE-3C1E-E74D-B107-C89EBAA3EBCD}"/>
          </ac:inkMkLst>
        </pc:inkChg>
        <pc:inkChg chg="add">
          <ac:chgData name="Marianne Freeman" userId="1199072752_tp_dropbox" providerId="OAuth2" clId="{40669BA2-95E1-8E47-94F8-5183E097AD6D}" dt="2018-09-24T01:40:33.368" v="71"/>
          <ac:inkMkLst>
            <pc:docMk/>
            <pc:sldMk cId="3545988939" sldId="385"/>
            <ac:inkMk id="7" creationId="{0E6406CE-8175-8C49-8A99-A4D245D3D17E}"/>
          </ac:inkMkLst>
        </pc:inkChg>
      </pc:sldChg>
      <pc:sldChg chg="addSp modSp">
        <pc:chgData name="Marianne Freeman" userId="1199072752_tp_dropbox" providerId="OAuth2" clId="{40669BA2-95E1-8E47-94F8-5183E097AD6D}" dt="2018-09-24T01:41:23.214" v="73" actId="20577"/>
        <pc:sldMkLst>
          <pc:docMk/>
          <pc:sldMk cId="3805117616" sldId="390"/>
        </pc:sldMkLst>
        <pc:spChg chg="mod">
          <ac:chgData name="Marianne Freeman" userId="1199072752_tp_dropbox" providerId="OAuth2" clId="{40669BA2-95E1-8E47-94F8-5183E097AD6D}" dt="2018-09-24T01:41:23.214" v="73" actId="20577"/>
          <ac:spMkLst>
            <pc:docMk/>
            <pc:sldMk cId="3805117616" sldId="39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1:17.283" v="72"/>
          <ac:inkMkLst>
            <pc:docMk/>
            <pc:sldMk cId="3805117616" sldId="390"/>
            <ac:inkMk id="5" creationId="{DFF70857-10A0-3645-BBE7-9B1F426B2C6F}"/>
          </ac:inkMkLst>
        </pc:inkChg>
      </pc:sldChg>
      <pc:sldChg chg="addSp modSp">
        <pc:chgData name="Marianne Freeman" userId="1199072752_tp_dropbox" providerId="OAuth2" clId="{40669BA2-95E1-8E47-94F8-5183E097AD6D}" dt="2018-09-24T01:42:27.409" v="79" actId="20577"/>
        <pc:sldMkLst>
          <pc:docMk/>
          <pc:sldMk cId="4214273002" sldId="392"/>
        </pc:sldMkLst>
        <pc:spChg chg="mod">
          <ac:chgData name="Marianne Freeman" userId="1199072752_tp_dropbox" providerId="OAuth2" clId="{40669BA2-95E1-8E47-94F8-5183E097AD6D}" dt="2018-09-24T01:42:27.409" v="79" actId="20577"/>
          <ac:spMkLst>
            <pc:docMk/>
            <pc:sldMk cId="4214273002" sldId="39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2:02.598" v="75"/>
          <ac:inkMkLst>
            <pc:docMk/>
            <pc:sldMk cId="4214273002" sldId="392"/>
            <ac:inkMk id="5" creationId="{3969B961-24DA-D44E-A7F9-0D10B5CA67A8}"/>
          </ac:inkMkLst>
        </pc:inkChg>
        <pc:inkChg chg="add">
          <ac:chgData name="Marianne Freeman" userId="1199072752_tp_dropbox" providerId="OAuth2" clId="{40669BA2-95E1-8E47-94F8-5183E097AD6D}" dt="2018-09-24T01:42:14.699" v="76"/>
          <ac:inkMkLst>
            <pc:docMk/>
            <pc:sldMk cId="4214273002" sldId="392"/>
            <ac:inkMk id="6" creationId="{7CB7CF8B-323F-E04B-8F0F-C8AF98C58FFE}"/>
          </ac:inkMkLst>
        </pc:inkChg>
        <pc:inkChg chg="add">
          <ac:chgData name="Marianne Freeman" userId="1199072752_tp_dropbox" providerId="OAuth2" clId="{40669BA2-95E1-8E47-94F8-5183E097AD6D}" dt="2018-09-24T01:42:16.190" v="77"/>
          <ac:inkMkLst>
            <pc:docMk/>
            <pc:sldMk cId="4214273002" sldId="392"/>
            <ac:inkMk id="7" creationId="{484518F6-671B-2448-9CF1-504627C1A23A}"/>
          </ac:inkMkLst>
        </pc:inkChg>
      </pc:sldChg>
      <pc:sldChg chg="addSp modSp">
        <pc:chgData name="Marianne Freeman" userId="1199072752_tp_dropbox" providerId="OAuth2" clId="{40669BA2-95E1-8E47-94F8-5183E097AD6D}" dt="2018-09-24T01:48:56.551" v="81"/>
        <pc:sldMkLst>
          <pc:docMk/>
          <pc:sldMk cId="482887612" sldId="404"/>
        </pc:sldMkLst>
        <pc:spChg chg="mod">
          <ac:chgData name="Marianne Freeman" userId="1199072752_tp_dropbox" providerId="OAuth2" clId="{40669BA2-95E1-8E47-94F8-5183E097AD6D}" dt="2018-09-24T01:48:51.939" v="80" actId="20577"/>
          <ac:spMkLst>
            <pc:docMk/>
            <pc:sldMk cId="482887612" sldId="404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8:56.551" v="81"/>
          <ac:inkMkLst>
            <pc:docMk/>
            <pc:sldMk cId="482887612" sldId="404"/>
            <ac:inkMk id="5" creationId="{E75D1D7D-9747-9A49-AA64-9B76FE8C0E37}"/>
          </ac:inkMkLst>
        </pc:inkChg>
      </pc:sldChg>
      <pc:sldChg chg="addSp modSp">
        <pc:chgData name="Marianne Freeman" userId="1199072752_tp_dropbox" providerId="OAuth2" clId="{40669BA2-95E1-8E47-94F8-5183E097AD6D}" dt="2018-09-24T01:49:40.768" v="85"/>
        <pc:sldMkLst>
          <pc:docMk/>
          <pc:sldMk cId="1958370233" sldId="406"/>
        </pc:sldMkLst>
        <pc:spChg chg="mod">
          <ac:chgData name="Marianne Freeman" userId="1199072752_tp_dropbox" providerId="OAuth2" clId="{40669BA2-95E1-8E47-94F8-5183E097AD6D}" dt="2018-09-24T01:49:18.322" v="84" actId="20577"/>
          <ac:spMkLst>
            <pc:docMk/>
            <pc:sldMk cId="1958370233" sldId="406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9:10.744" v="82"/>
          <ac:inkMkLst>
            <pc:docMk/>
            <pc:sldMk cId="1958370233" sldId="406"/>
            <ac:inkMk id="5" creationId="{312C01A8-5B19-ED4C-82A6-D5A3201E9F55}"/>
          </ac:inkMkLst>
        </pc:inkChg>
        <pc:inkChg chg="add">
          <ac:chgData name="Marianne Freeman" userId="1199072752_tp_dropbox" providerId="OAuth2" clId="{40669BA2-95E1-8E47-94F8-5183E097AD6D}" dt="2018-09-24T01:49:10.886" v="83"/>
          <ac:inkMkLst>
            <pc:docMk/>
            <pc:sldMk cId="1958370233" sldId="406"/>
            <ac:inkMk id="6" creationId="{2CE3D0D9-AE9B-594D-B305-25D23452674E}"/>
          </ac:inkMkLst>
        </pc:inkChg>
        <pc:inkChg chg="add">
          <ac:chgData name="Marianne Freeman" userId="1199072752_tp_dropbox" providerId="OAuth2" clId="{40669BA2-95E1-8E47-94F8-5183E097AD6D}" dt="2018-09-24T01:49:40.768" v="85"/>
          <ac:inkMkLst>
            <pc:docMk/>
            <pc:sldMk cId="1958370233" sldId="406"/>
            <ac:inkMk id="7" creationId="{2411E86B-68C8-0644-B221-F208FF98F329}"/>
          </ac:inkMkLst>
        </pc:inkChg>
      </pc:sldChg>
      <pc:sldChg chg="addSp modSp">
        <pc:chgData name="Marianne Freeman" userId="1199072752_tp_dropbox" providerId="OAuth2" clId="{40669BA2-95E1-8E47-94F8-5183E097AD6D}" dt="2018-09-24T01:50:11.242" v="87"/>
        <pc:sldMkLst>
          <pc:docMk/>
          <pc:sldMk cId="268550441" sldId="408"/>
        </pc:sldMkLst>
        <pc:spChg chg="mod">
          <ac:chgData name="Marianne Freeman" userId="1199072752_tp_dropbox" providerId="OAuth2" clId="{40669BA2-95E1-8E47-94F8-5183E097AD6D}" dt="2018-09-24T01:50:06.858" v="86" actId="20577"/>
          <ac:spMkLst>
            <pc:docMk/>
            <pc:sldMk cId="268550441" sldId="40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11.242" v="87"/>
          <ac:inkMkLst>
            <pc:docMk/>
            <pc:sldMk cId="268550441" sldId="408"/>
            <ac:inkMk id="5" creationId="{50C9A2C9-4795-FB4D-BECA-9FEC9FFF5268}"/>
          </ac:inkMkLst>
        </pc:inkChg>
      </pc:sldChg>
      <pc:sldChg chg="addSp modSp">
        <pc:chgData name="Marianne Freeman" userId="1199072752_tp_dropbox" providerId="OAuth2" clId="{40669BA2-95E1-8E47-94F8-5183E097AD6D}" dt="2018-09-24T01:50:50.060" v="89"/>
        <pc:sldMkLst>
          <pc:docMk/>
          <pc:sldMk cId="3876919788" sldId="410"/>
        </pc:sldMkLst>
        <pc:spChg chg="mod">
          <ac:chgData name="Marianne Freeman" userId="1199072752_tp_dropbox" providerId="OAuth2" clId="{40669BA2-95E1-8E47-94F8-5183E097AD6D}" dt="2018-09-24T01:50:44.820" v="88" actId="20577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50.060" v="89"/>
          <ac:inkMkLst>
            <pc:docMk/>
            <pc:sldMk cId="3876919788" sldId="410"/>
            <ac:inkMk id="7" creationId="{D2BD598D-9E18-FF49-8780-63A57F270FD5}"/>
          </ac:inkMkLst>
        </pc:inkChg>
      </pc:sldChg>
      <pc:sldChg chg="addSp modSp">
        <pc:chgData name="Marianne Freeman" userId="1199072752_tp_dropbox" providerId="OAuth2" clId="{40669BA2-95E1-8E47-94F8-5183E097AD6D}" dt="2018-09-24T01:51:08.428" v="91"/>
        <pc:sldMkLst>
          <pc:docMk/>
          <pc:sldMk cId="2656147237" sldId="411"/>
        </pc:sldMkLst>
        <pc:spChg chg="mod">
          <ac:chgData name="Marianne Freeman" userId="1199072752_tp_dropbox" providerId="OAuth2" clId="{40669BA2-95E1-8E47-94F8-5183E097AD6D}" dt="2018-09-24T01:50:59.107" v="90" actId="20577"/>
          <ac:spMkLst>
            <pc:docMk/>
            <pc:sldMk cId="2656147237" sldId="41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08.428" v="91"/>
          <ac:inkMkLst>
            <pc:docMk/>
            <pc:sldMk cId="2656147237" sldId="411"/>
            <ac:inkMk id="5" creationId="{784FC666-57B2-9342-8A71-F0BFA78A6B44}"/>
          </ac:inkMkLst>
        </pc:inkChg>
      </pc:sldChg>
      <pc:sldChg chg="addSp modSp">
        <pc:chgData name="Marianne Freeman" userId="1199072752_tp_dropbox" providerId="OAuth2" clId="{40669BA2-95E1-8E47-94F8-5183E097AD6D}" dt="2018-09-24T01:51:45.201" v="99"/>
        <pc:sldMkLst>
          <pc:docMk/>
          <pc:sldMk cId="930153688" sldId="412"/>
        </pc:sldMkLst>
        <pc:spChg chg="mod">
          <ac:chgData name="Marianne Freeman" userId="1199072752_tp_dropbox" providerId="OAuth2" clId="{40669BA2-95E1-8E47-94F8-5183E097AD6D}" dt="2018-09-24T01:51:40.193" v="98" actId="20577"/>
          <ac:spMkLst>
            <pc:docMk/>
            <pc:sldMk cId="930153688" sldId="41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23.182" v="92"/>
          <ac:inkMkLst>
            <pc:docMk/>
            <pc:sldMk cId="930153688" sldId="412"/>
            <ac:inkMk id="5" creationId="{69F5179C-99B9-554B-BABC-8B08896E722A}"/>
          </ac:inkMkLst>
        </pc:inkChg>
        <pc:inkChg chg="add">
          <ac:chgData name="Marianne Freeman" userId="1199072752_tp_dropbox" providerId="OAuth2" clId="{40669BA2-95E1-8E47-94F8-5183E097AD6D}" dt="2018-09-24T01:51:45.201" v="99"/>
          <ac:inkMkLst>
            <pc:docMk/>
            <pc:sldMk cId="930153688" sldId="412"/>
            <ac:inkMk id="6" creationId="{84B1C77E-283A-A340-8B92-2E6B15B2B4A1}"/>
          </ac:inkMkLst>
        </pc:inkChg>
      </pc:sldChg>
      <pc:sldChg chg="addSp delSp modSp">
        <pc:chgData name="Marianne Freeman" userId="1199072752_tp_dropbox" providerId="OAuth2" clId="{40669BA2-95E1-8E47-94F8-5183E097AD6D}" dt="2018-09-24T01:52:56.961" v="105"/>
        <pc:sldMkLst>
          <pc:docMk/>
          <pc:sldMk cId="3748229840" sldId="414"/>
        </pc:sldMkLst>
        <pc:spChg chg="mod">
          <ac:chgData name="Marianne Freeman" userId="1199072752_tp_dropbox" providerId="OAuth2" clId="{40669BA2-95E1-8E47-94F8-5183E097AD6D}" dt="2018-09-24T01:52:48.430" v="103" actId="20577"/>
          <ac:spMkLst>
            <pc:docMk/>
            <pc:sldMk cId="3748229840" sldId="41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2:35.850" v="101"/>
          <ac:inkMkLst>
            <pc:docMk/>
            <pc:sldMk cId="3748229840" sldId="414"/>
            <ac:inkMk id="6" creationId="{78665CC3-C302-994D-AF6A-6A686ED4C53B}"/>
          </ac:inkMkLst>
        </pc:inkChg>
        <pc:inkChg chg="add">
          <ac:chgData name="Marianne Freeman" userId="1199072752_tp_dropbox" providerId="OAuth2" clId="{40669BA2-95E1-8E47-94F8-5183E097AD6D}" dt="2018-09-24T01:52:55.758" v="104"/>
          <ac:inkMkLst>
            <pc:docMk/>
            <pc:sldMk cId="3748229840" sldId="414"/>
            <ac:inkMk id="7" creationId="{1E96956E-4B89-2D49-B3C5-64A45CE3C808}"/>
          </ac:inkMkLst>
        </pc:inkChg>
        <pc:inkChg chg="add">
          <ac:chgData name="Marianne Freeman" userId="1199072752_tp_dropbox" providerId="OAuth2" clId="{40669BA2-95E1-8E47-94F8-5183E097AD6D}" dt="2018-09-24T01:52:56.961" v="105"/>
          <ac:inkMkLst>
            <pc:docMk/>
            <pc:sldMk cId="3748229840" sldId="414"/>
            <ac:inkMk id="8" creationId="{8850AD45-0163-DF4C-932C-3B8261F19CEB}"/>
          </ac:inkMkLst>
        </pc:inkChg>
      </pc:sldChg>
      <pc:sldChg chg="addSp delSp modSp">
        <pc:chgData name="Marianne Freeman" userId="1199072752_tp_dropbox" providerId="OAuth2" clId="{40669BA2-95E1-8E47-94F8-5183E097AD6D}" dt="2018-09-24T01:53:48.534" v="111"/>
        <pc:sldMkLst>
          <pc:docMk/>
          <pc:sldMk cId="575372447" sldId="415"/>
        </pc:sldMkLst>
        <pc:spChg chg="mod">
          <ac:chgData name="Marianne Freeman" userId="1199072752_tp_dropbox" providerId="OAuth2" clId="{40669BA2-95E1-8E47-94F8-5183E097AD6D}" dt="2018-09-24T01:53:31.937" v="109" actId="20577"/>
          <ac:spMkLst>
            <pc:docMk/>
            <pc:sldMk cId="575372447" sldId="41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3:22.270" v="107"/>
          <ac:inkMkLst>
            <pc:docMk/>
            <pc:sldMk cId="575372447" sldId="415"/>
            <ac:inkMk id="5" creationId="{C45C7298-0204-2A43-970B-F370CE6E1F04}"/>
          </ac:inkMkLst>
        </pc:inkChg>
        <pc:inkChg chg="add">
          <ac:chgData name="Marianne Freeman" userId="1199072752_tp_dropbox" providerId="OAuth2" clId="{40669BA2-95E1-8E47-94F8-5183E097AD6D}" dt="2018-09-24T01:53:46.521" v="110"/>
          <ac:inkMkLst>
            <pc:docMk/>
            <pc:sldMk cId="575372447" sldId="415"/>
            <ac:inkMk id="6" creationId="{17CC195B-64E1-DC40-A274-67A61DDF3185}"/>
          </ac:inkMkLst>
        </pc:inkChg>
        <pc:inkChg chg="add">
          <ac:chgData name="Marianne Freeman" userId="1199072752_tp_dropbox" providerId="OAuth2" clId="{40669BA2-95E1-8E47-94F8-5183E097AD6D}" dt="2018-09-24T01:53:48.534" v="111"/>
          <ac:inkMkLst>
            <pc:docMk/>
            <pc:sldMk cId="575372447" sldId="415"/>
            <ac:inkMk id="7" creationId="{B92E7DD7-D86B-E94C-8DCA-D82D2D8F4849}"/>
          </ac:inkMkLst>
        </pc:inkChg>
      </pc:sldChg>
      <pc:sldChg chg="addSp modSp">
        <pc:chgData name="Marianne Freeman" userId="1199072752_tp_dropbox" providerId="OAuth2" clId="{40669BA2-95E1-8E47-94F8-5183E097AD6D}" dt="2018-09-24T01:54:55.316" v="121"/>
        <pc:sldMkLst>
          <pc:docMk/>
          <pc:sldMk cId="1707914039" sldId="417"/>
        </pc:sldMkLst>
        <pc:spChg chg="mod">
          <ac:chgData name="Marianne Freeman" userId="1199072752_tp_dropbox" providerId="OAuth2" clId="{40669BA2-95E1-8E47-94F8-5183E097AD6D}" dt="2018-09-24T01:54:45.867" v="119" actId="20577"/>
          <ac:spMkLst>
            <pc:docMk/>
            <pc:sldMk cId="1707914039" sldId="41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4:52.617" v="120"/>
          <ac:inkMkLst>
            <pc:docMk/>
            <pc:sldMk cId="1707914039" sldId="417"/>
            <ac:inkMk id="5" creationId="{D3B6CD96-4E97-634F-A893-32C7FD698CEF}"/>
          </ac:inkMkLst>
        </pc:inkChg>
        <pc:inkChg chg="add">
          <ac:chgData name="Marianne Freeman" userId="1199072752_tp_dropbox" providerId="OAuth2" clId="{40669BA2-95E1-8E47-94F8-5183E097AD6D}" dt="2018-09-24T01:54:55.316" v="121"/>
          <ac:inkMkLst>
            <pc:docMk/>
            <pc:sldMk cId="1707914039" sldId="417"/>
            <ac:inkMk id="7" creationId="{3BC5E1FE-5E07-3240-8919-87167B048A4D}"/>
          </ac:inkMkLst>
        </pc:inkChg>
      </pc:sldChg>
      <pc:sldChg chg="addSp delSp modSp">
        <pc:chgData name="Marianne Freeman" userId="1199072752_tp_dropbox" providerId="OAuth2" clId="{40669BA2-95E1-8E47-94F8-5183E097AD6D}" dt="2018-09-24T01:55:37.936" v="127" actId="20577"/>
        <pc:sldMkLst>
          <pc:docMk/>
          <pc:sldMk cId="3346571908" sldId="420"/>
        </pc:sldMkLst>
        <pc:spChg chg="mod">
          <ac:chgData name="Marianne Freeman" userId="1199072752_tp_dropbox" providerId="OAuth2" clId="{40669BA2-95E1-8E47-94F8-5183E097AD6D}" dt="2018-09-24T01:55:37.936" v="127" actId="20577"/>
          <ac:spMkLst>
            <pc:docMk/>
            <pc:sldMk cId="3346571908" sldId="420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5:29.919" v="125"/>
          <ac:inkMkLst>
            <pc:docMk/>
            <pc:sldMk cId="3346571908" sldId="420"/>
            <ac:inkMk id="6" creationId="{969E1A7E-A56C-F64A-8346-E23369A3B311}"/>
          </ac:inkMkLst>
        </pc:inkChg>
        <pc:inkChg chg="add del">
          <ac:chgData name="Marianne Freeman" userId="1199072752_tp_dropbox" providerId="OAuth2" clId="{40669BA2-95E1-8E47-94F8-5183E097AD6D}" dt="2018-09-24T01:55:27.511" v="124"/>
          <ac:inkMkLst>
            <pc:docMk/>
            <pc:sldMk cId="3346571908" sldId="420"/>
            <ac:inkMk id="7" creationId="{059CC838-A7A7-494C-8FB2-8A683196F25D}"/>
          </ac:inkMkLst>
        </pc:inkChg>
        <pc:inkChg chg="add">
          <ac:chgData name="Marianne Freeman" userId="1199072752_tp_dropbox" providerId="OAuth2" clId="{40669BA2-95E1-8E47-94F8-5183E097AD6D}" dt="2018-09-24T01:55:31.685" v="126"/>
          <ac:inkMkLst>
            <pc:docMk/>
            <pc:sldMk cId="3346571908" sldId="420"/>
            <ac:inkMk id="8" creationId="{6FC27074-7399-5840-86D2-AA5F9C634BD0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C7AC561-FEF4-4564-B1BB-B4891A40AC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74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D4FD6BFF-8DB4-463C-8B03-99A14BC43E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1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7724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/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109" y="307397"/>
            <a:ext cx="1592580" cy="36042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50456" y="4225703"/>
            <a:ext cx="1843088" cy="6572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55931" y="2275311"/>
            <a:ext cx="7232139" cy="1549400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32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3429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6858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0287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Click Here To Edit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151063" y="1277938"/>
            <a:ext cx="4914900" cy="16525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8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557683" y="1638300"/>
            <a:ext cx="8033657" cy="43942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857250" indent="-171450">
              <a:buFontTx/>
              <a:buChar char="‒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5305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872836" y="2348346"/>
            <a:ext cx="748145" cy="405246"/>
          </a:xfrm>
          <a:prstGeom prst="rect">
            <a:avLst/>
          </a:prstGeom>
          <a:noFill/>
          <a:effectLst>
            <a:outerShdw dist="12700" dir="5400000" algn="t" rotWithShape="0">
              <a:schemeClr val="tx1"/>
            </a:outerShdw>
          </a:effectLst>
        </p:spPr>
        <p:txBody>
          <a:bodyPr wrap="square" lIns="0" tIns="0" rIns="0" rtlCol="0" anchor="b">
            <a:spAutoFit/>
          </a:bodyPr>
          <a:lstStyle/>
          <a:p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777988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4777988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3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5172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334349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116038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3334349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6109465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F11DC2A-2F4E-4F79-A3F5-88DB509F96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8648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15200" y="2977092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23666" y="3984626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A5D6-B081-4DEA-AFA6-7CE8497C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0ECD3-241C-498C-AE8A-C369AAB14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DE4E-2EA8-4FEC-8923-3AF31753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84E6-27AD-4EEA-A335-664FA1B1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6050-30CC-48E6-8A82-5CEB2AD3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E95EF-C699-41F4-A9B7-78276692A07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5562600"/>
            <a:ext cx="8001000" cy="457200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41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6843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6" r:id="rId8"/>
    <p:sldLayoutId id="2147483769" r:id="rId9"/>
    <p:sldLayoutId id="2147483768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6699" y="1143000"/>
            <a:ext cx="6858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Chapter 1: Basic Python Programming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7206C4-20D6-1E4B-A9BF-F06AB8FA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304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Open Sans" panose="020B0606030504020204"/>
              </a:rPr>
              <a:t>Fundamentals of Python: Data Structures, Second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03556" y="6241001"/>
            <a:ext cx="8229600" cy="304800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C4AAE-F520-433D-ABED-56942661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E95EF-C699-41F4-A9B7-78276692A0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8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Learning Objectives</a:t>
            </a:r>
            <a:endParaRPr lang="en-US" sz="2000" dirty="0"/>
          </a:p>
        </p:txBody>
      </p:sp>
      <p:sp>
        <p:nvSpPr>
          <p:cNvPr id="9219" name="Content Placeholder 6"/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3048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Write a simple Python program using its basic structure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simple input and output operations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numbers such as arithmetic and comparisons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Boolean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Implement an algorithm using the basic constructs of sequences of statements, selection statements, and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7627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2"/>
            <a:ext cx="8229600" cy="5105398"/>
          </a:xfrm>
        </p:spPr>
        <p:txBody>
          <a:bodyPr>
            <a:normAutofit fontScale="92500" lnSpcReduction="10000"/>
          </a:bodyPr>
          <a:lstStyle/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import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():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"""Inputs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bounds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range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numbers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and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computer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until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correct."""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smaller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larger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myNumber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random.randint(smaller,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larger)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0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while</a:t>
            </a:r>
            <a:r>
              <a:rPr lang="en-US" b="1" dirty="0">
                <a:solidFill>
                  <a:srgbClr val="8A3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True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 count + 1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&lt;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    # user’s guess is correct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ve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got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in",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count,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"tries!"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endParaRPr lang="en-US" sz="1300" b="1" dirty="0">
              <a:solidFill>
                <a:srgbClr val="8A3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__name__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__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main__":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main()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169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6009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432175"/>
          </a:xfrm>
        </p:spPr>
        <p:txBody>
          <a:bodyPr/>
          <a:lstStyle/>
          <a:p>
            <a:pPr marL="291600" indent="-291600"/>
            <a:r>
              <a:rPr lang="en-US" dirty="0"/>
              <a:t>Here is a trace of a user’s interaction with the program: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smaller number: 1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larger number: 32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16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small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24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large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20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You’ve got it in 3 tries!</a:t>
            </a:r>
          </a:p>
        </p:txBody>
      </p:sp>
    </p:spTree>
    <p:extLst>
      <p:ext uri="{BB962C8B-B14F-4D97-AF65-F5344CB8AC3E}">
        <p14:creationId xmlns:p14="http://schemas.microsoft.com/office/powerpoint/2010/main" val="383025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Variables and 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8893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variables are introduced with an assignment statement: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3.1416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&lt;identifier&gt; = &lt;expression&gt;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Variables are not declared to have a type: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They are simply assigned a value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variables can be introduced in the same statement:</a:t>
            </a:r>
          </a:p>
          <a:p>
            <a:pPr lvl="1">
              <a:spcBef>
                <a:spcPts val="1000"/>
              </a:spcBef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1, 100</a:t>
            </a:r>
          </a:p>
          <a:p>
            <a:pPr lvl="1">
              <a:spcBef>
                <a:spcPts val="1000"/>
              </a:spcBef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4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1981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Numbers are written as they are in other programming languages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Boolean values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are keywords</a:t>
            </a:r>
          </a:p>
        </p:txBody>
      </p:sp>
    </p:spTree>
    <p:extLst>
      <p:ext uri="{BB962C8B-B14F-4D97-AF65-F5344CB8AC3E}">
        <p14:creationId xmlns:p14="http://schemas.microsoft.com/office/powerpoint/2010/main" val="295385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981950" cy="28956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Enclose strings in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Single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Double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Sets of three double quotes or three single quotes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Character values are single-character strings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\ character is used to escape nongraphic characters such as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Newline (\n) and tab (\t) or the \ character itself</a:t>
            </a:r>
          </a:p>
        </p:txBody>
      </p:sp>
    </p:spTree>
    <p:extLst>
      <p:ext uri="{BB962C8B-B14F-4D97-AF65-F5344CB8AC3E}">
        <p14:creationId xmlns:p14="http://schemas.microsoft.com/office/powerpoint/2010/main" val="267420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1"/>
            <a:ext cx="7886700" cy="247630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Example:</a:t>
            </a: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"Mentioning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‘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print(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"Embedding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a\nline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 \\n"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"""Embedding</a:t>
            </a:r>
            <a:r>
              <a:rPr lang="en-US" sz="1600" b="1" dirty="0">
                <a:solidFill>
                  <a:srgbClr val="008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triple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quotes"""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dirty="0">
              <a:latin typeface="Bank Gothic Bold"/>
              <a:ea typeface="MS Mincho"/>
              <a:cs typeface="Bank Gothic Bold"/>
            </a:endParaRPr>
          </a:p>
          <a:p>
            <a:pPr>
              <a:spcBef>
                <a:spcPts val="600"/>
              </a:spcBef>
            </a:pPr>
            <a:r>
              <a:rPr lang="en-US" sz="2000" dirty="0"/>
              <a:t>Output: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46406" y="3878091"/>
            <a:ext cx="7912098" cy="2035175"/>
          </a:xfrm>
        </p:spPr>
        <p:txBody>
          <a:bodyPr>
            <a:noAutofit/>
          </a:bodyPr>
          <a:lstStyle/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Mentioning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'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\n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triple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quotes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4766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40386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Arithmetic expressions use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 operator produces a floating-point result with any numeric operands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Example: the result of 5 / 2 is 2.5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 operator produces an integer quotient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Example: the result of 5 // 2 is 2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 operator means concatenation when used with collections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Example: the result of ‘Wake’ + ‘Tech’ is ‘</a:t>
            </a:r>
            <a:r>
              <a:rPr lang="en-US" dirty="0" err="1"/>
              <a:t>WakeTech</a:t>
            </a:r>
            <a:r>
              <a:rPr lang="en-US" dirty="0"/>
              <a:t>’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dirty="0"/>
              <a:t> operator is used for exponentiation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Example: the result of 2**3 is 8</a:t>
            </a:r>
          </a:p>
          <a:p>
            <a:pPr marL="291600" indent="-291600"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5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607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Comparison operators work with numbers and strings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Comparisons return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Use these operators to combine two comparisons: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and : return True if both comparisons are true</a:t>
            </a:r>
          </a:p>
          <a:p>
            <a:pPr marL="634500" lvl="1" indent="-291600">
              <a:spcBef>
                <a:spcPts val="1000"/>
              </a:spcBef>
            </a:pPr>
            <a:r>
              <a:rPr lang="en-US" dirty="0"/>
              <a:t>or: return True if at least one comparison is true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 operator compares the internal contents of data structures for </a:t>
            </a:r>
            <a:r>
              <a:rPr lang="en-US"/>
              <a:t>structural equivalence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6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795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Functions are called with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Function’s name followed by a list of arguments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 (5,2)   #Returns 2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03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7561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746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Standard output function that displays arguments on the console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automatically runs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 function on each argument to obtain its string representation: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Separates each string with a space before output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By default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terminates its output with a newline</a:t>
            </a:r>
          </a:p>
        </p:txBody>
      </p:sp>
    </p:spTree>
    <p:extLst>
      <p:ext uri="{BB962C8B-B14F-4D97-AF65-F5344CB8AC3E}">
        <p14:creationId xmlns:p14="http://schemas.microsoft.com/office/powerpoint/2010/main" val="119287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520" y="1600200"/>
            <a:ext cx="7886700" cy="1905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Waits for the user to enter text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When user presses the Enter key,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function returns a string containing characters entered</a:t>
            </a:r>
          </a:p>
        </p:txBody>
      </p:sp>
    </p:spTree>
    <p:extLst>
      <p:ext uri="{BB962C8B-B14F-4D97-AF65-F5344CB8AC3E}">
        <p14:creationId xmlns:p14="http://schemas.microsoft.com/office/powerpoint/2010/main" val="203412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b="1" dirty="0"/>
              <a:t>Type Conversion Functions and Mixed-Mode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83582"/>
            <a:ext cx="7886700" cy="3504053"/>
          </a:xfrm>
        </p:spPr>
        <p:txBody>
          <a:bodyPr>
            <a:normAutofit/>
          </a:bodyPr>
          <a:lstStyle/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You can use some data type names as type conversion functions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Example: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When the user enters a number at a keyboard,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function returns a string of digits, not a numeric value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Program must convert the string to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before numeric processing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This code inputs the radius of a circle, converts this string to a float, and computes and outputs the circle’s area: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5258656"/>
            <a:ext cx="5695950" cy="766322"/>
          </a:xfrm>
        </p:spPr>
        <p:txBody>
          <a:bodyPr/>
          <a:lstStyle/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float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"Radius: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area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is"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3.14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069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Optional and Keyword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51"/>
            <a:ext cx="8305800" cy="4133849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Required arguments have no default values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Optional arguments have default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Functions may allow optional arguments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be named with keywords when the function is called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 prevent the print function to output a newline after its arguments are displayed, give the optional argument end a value of an empty string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print(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cursor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will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stay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on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line,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end"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end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</a:rPr>
              <a:t>""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)</a:t>
            </a:r>
          </a:p>
          <a:p>
            <a:pPr lvl="1"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3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69975"/>
          </a:xfrm>
        </p:spPr>
        <p:txBody>
          <a:bodyPr>
            <a:normAutofit fontScale="925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sequence of statements is a set of statements written one after the other 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Each statement in a sequence must begin in the same column</a:t>
            </a:r>
          </a:p>
        </p:txBody>
      </p:sp>
    </p:spTree>
    <p:extLst>
      <p:ext uri="{BB962C8B-B14F-4D97-AF65-F5344CB8AC3E}">
        <p14:creationId xmlns:p14="http://schemas.microsoft.com/office/powerpoint/2010/main" val="45603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5146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Keywords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are significant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As is the colon character and indentation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the one-way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3021481"/>
            <a:ext cx="7903632" cy="1018373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Syntax of the two-way if statement: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28650" y="4100036"/>
            <a:ext cx="7886700" cy="1233964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894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5086350" cy="3079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the multiway if statement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216458"/>
            <a:ext cx="7903632" cy="2016116"/>
          </a:xfrm>
        </p:spPr>
        <p:txBody>
          <a:bodyPr>
            <a:normAutofit lnSpcReduction="10000"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Example: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37528" y="4309367"/>
            <a:ext cx="5162550" cy="1770358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x &gt;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greater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x &lt;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less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equal to y”)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128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352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&lt;variable&gt; in &lt;iterable object&gt;: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</p:txBody>
      </p:sp>
    </p:spTree>
    <p:extLst>
      <p:ext uri="{BB962C8B-B14F-4D97-AF65-F5344CB8AC3E}">
        <p14:creationId xmlns:p14="http://schemas.microsoft.com/office/powerpoint/2010/main" val="3805117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886700" cy="335280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sz="2400" dirty="0"/>
              <a:t>Example: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product = 1</a:t>
            </a:r>
            <a:br>
              <a:rPr lang="en-US" sz="2400" dirty="0"/>
            </a:br>
            <a:r>
              <a:rPr lang="en-US" sz="2400" dirty="0"/>
              <a:t>value = 1</a:t>
            </a:r>
            <a:br>
              <a:rPr lang="en-US" sz="2400" dirty="0"/>
            </a:br>
            <a:r>
              <a:rPr lang="en-US" sz="2400" dirty="0"/>
              <a:t>while value &lt;= 4:</a:t>
            </a:r>
            <a:br>
              <a:rPr lang="en-US" sz="2400" dirty="0"/>
            </a:br>
            <a:r>
              <a:rPr lang="en-US" sz="2400" dirty="0"/>
              <a:t>    product *= value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 err="1"/>
              <a:t>value</a:t>
            </a:r>
            <a:r>
              <a:rPr lang="en-US" sz="2400" dirty="0"/>
              <a:t> += 1</a:t>
            </a:r>
            <a:br>
              <a:rPr lang="en-US" sz="2400" dirty="0"/>
            </a:br>
            <a:r>
              <a:rPr lang="en-US" sz="2400" dirty="0"/>
              <a:t>    print(product)</a:t>
            </a:r>
          </a:p>
          <a:p>
            <a:pPr marL="291600" indent="-291600">
              <a:spcBef>
                <a:spcPts val="1000"/>
              </a:spcBef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Output: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2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6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43419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886700" cy="335280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sz="2400" dirty="0"/>
              <a:t>Example: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product = 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for value in range(1, 5):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    product *= value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    print(product)</a:t>
            </a:r>
          </a:p>
          <a:p>
            <a:pPr marL="291600" indent="-291600">
              <a:spcBef>
                <a:spcPts val="1000"/>
              </a:spcBef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Output: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2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6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>
                <a:latin typeface="Open Sans Regular"/>
                <a:cs typeface="Courier New" panose="02070309020205020404" pitchFamily="49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02068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0574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Python string is a compound object that includes other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Namely, its characters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Each character in a Python string is a single-character string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Python’s string type, named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Includes a large set of operations</a:t>
            </a:r>
          </a:p>
        </p:txBody>
      </p:sp>
    </p:spTree>
    <p:extLst>
      <p:ext uri="{BB962C8B-B14F-4D97-AF65-F5344CB8AC3E}">
        <p14:creationId xmlns:p14="http://schemas.microsoft.com/office/powerpoint/2010/main" val="1159302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String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114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+ operator builds and returns a new string that contains the characters of the two operands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subscript operator expects an integer in the range from 0 to the length of the string minus 1:</a:t>
            </a:r>
          </a:p>
          <a:p>
            <a:pPr marL="342900" lvl="1" indent="0"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[0]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Returns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'g'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Slice operator is a variation of the subscript:</a:t>
            </a: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[:2]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[2:5]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"eat"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73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2438400"/>
          </a:xfrm>
        </p:spPr>
        <p:txBody>
          <a:bodyPr>
            <a:normAutofit lnSpcReduction="10000"/>
          </a:bodyPr>
          <a:lstStyle/>
          <a:p>
            <a:pPr marL="291600" indent="-291600"/>
            <a:r>
              <a:rPr lang="en-US" dirty="0"/>
              <a:t>Python includes a general formatting mechanism that allows the programmer to specify field widths for different types of data</a:t>
            </a:r>
          </a:p>
          <a:p>
            <a:pPr marL="291600" indent="-291600"/>
            <a:r>
              <a:rPr lang="en-US" dirty="0"/>
              <a:t>Example of how to right justify and left justify the string “four” within a field width of 6: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"%6s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Right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	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Frutiger LTStd-Italic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</a:t>
            </a:r>
            <a:endParaRPr lang="en-US" sz="1300" dirty="0">
              <a:latin typeface="Frutiger LTStd-Italic"/>
              <a:ea typeface="MS Mincho"/>
              <a:cs typeface="Frutiger LTStd-Italic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"%-6s"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Left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'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	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14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68738"/>
            <a:ext cx="7981950" cy="2879462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format information for a data value of type float has the form:</a:t>
            </a:r>
          </a:p>
          <a:p>
            <a:pPr marL="342900" lvl="1" indent="0">
              <a:buNone/>
            </a:pPr>
            <a:r>
              <a:rPr lang="en-US" dirty="0"/>
              <a:t>%&lt;field width&gt;.&lt;precision&gt;f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example shows the output of a floating-point number without, and then with, a format string: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&gt;&gt;&gt;salary = 100.00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+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(salary))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 salary is $100.0</a:t>
            </a:r>
            <a:endParaRPr lang="en-US" sz="1300" dirty="0">
              <a:solidFill>
                <a:srgbClr val="0000FF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$%0.2f"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 salary)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Your salary is $100.00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83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962400"/>
          </a:xfrm>
        </p:spPr>
        <p:txBody>
          <a:bodyPr>
            <a:normAutofit/>
          </a:bodyPr>
          <a:lstStyle/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Syntax of method call: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&lt;object&gt;.&lt;method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name&gt;(&lt;list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of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arguments&gt;)</a:t>
            </a:r>
            <a:endParaRPr lang="en-US" b="1" dirty="0">
              <a:latin typeface="Courier New" panose="02070309020205020404" pitchFamily="49" charset="0"/>
            </a:endParaRP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Examples of method calls on strings:</a:t>
            </a: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.isupper()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False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.upper()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"GREATER“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.startswith("great")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Returns True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ea typeface="MS Mincho"/>
            </a:endParaRPr>
          </a:p>
        </p:txBody>
      </p:sp>
    </p:spTree>
    <p:extLst>
      <p:ext uri="{BB962C8B-B14F-4D97-AF65-F5344CB8AC3E}">
        <p14:creationId xmlns:p14="http://schemas.microsoft.com/office/powerpoint/2010/main" val="70225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Programs and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267200"/>
          </a:xfrm>
        </p:spPr>
        <p:txBody>
          <a:bodyPr/>
          <a:lstStyle/>
          <a:p>
            <a:pPr marL="291600" indent="-291600"/>
            <a:r>
              <a:rPr lang="en-US" dirty="0"/>
              <a:t>Python programs consist of one or more modules</a:t>
            </a:r>
          </a:p>
          <a:p>
            <a:pPr marL="291600" indent="-291600"/>
            <a:r>
              <a:rPr lang="en-US" dirty="0"/>
              <a:t>Module: a file of Python code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include statements, function definitions, and class definitions</a:t>
            </a:r>
          </a:p>
          <a:p>
            <a:pPr marL="291600" indent="-291600"/>
            <a:r>
              <a:rPr lang="en-US" dirty="0"/>
              <a:t>Script: a short Python program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be contained in one module</a:t>
            </a:r>
          </a:p>
          <a:p>
            <a:pPr marL="291600" indent="-291600"/>
            <a:r>
              <a:rPr lang="en-US" dirty="0"/>
              <a:t>Longer programs typically include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One main module and one or more supporting modules</a:t>
            </a:r>
          </a:p>
          <a:p>
            <a:pPr marL="291600" indent="-291600"/>
            <a:r>
              <a:rPr lang="en-US" dirty="0"/>
              <a:t>Main module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Contains starting point of program execution</a:t>
            </a:r>
          </a:p>
          <a:p>
            <a:pPr marL="291600" indent="-291600"/>
            <a:r>
              <a:rPr lang="en-US" dirty="0"/>
              <a:t>Supporting modules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 function and class definitions</a:t>
            </a:r>
          </a:p>
        </p:txBody>
      </p:sp>
    </p:spTree>
    <p:extLst>
      <p:ext uri="{BB962C8B-B14F-4D97-AF65-F5344CB8AC3E}">
        <p14:creationId xmlns:p14="http://schemas.microsoft.com/office/powerpoint/2010/main" val="466101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b="1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733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Import statement makes visible to a program the identifiers from another module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ways to express an import statement: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Simplest is to import the module name: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Another option brings in a name itself: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(2))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You can import several individual names by listing them: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pi,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(2) * pi)</a:t>
            </a:r>
          </a:p>
        </p:txBody>
      </p:sp>
    </p:spTree>
    <p:extLst>
      <p:ext uri="{BB962C8B-B14F-4D97-AF65-F5344CB8AC3E}">
        <p14:creationId xmlns:p14="http://schemas.microsoft.com/office/powerpoint/2010/main" val="3687559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1"/>
            <a:ext cx="7886700" cy="3429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Program comments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Text ignored by the Python interpreter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Valuable to the reader as documentation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End-of-line comments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Begins with a # symbol and extends to the end of the current line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Multiline comments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string enclosed in triple single quotes or triple double quotes</a:t>
            </a:r>
          </a:p>
        </p:txBody>
      </p:sp>
    </p:spTree>
    <p:extLst>
      <p:ext uri="{BB962C8B-B14F-4D97-AF65-F5344CB8AC3E}">
        <p14:creationId xmlns:p14="http://schemas.microsoft.com/office/powerpoint/2010/main" val="23231404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f3bd87594d5ba974580355a3fa3fff06e6572b6"/>
</p:tagLst>
</file>

<file path=ppt/theme/theme1.xml><?xml version="1.0" encoding="utf-8"?>
<a:theme xmlns:a="http://schemas.openxmlformats.org/drawingml/2006/main" name="Brand_PPT_Template_SIMPLIFIED_SD">
  <a:themeElements>
    <a:clrScheme name="Custom 1">
      <a:dk1>
        <a:srgbClr val="004978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C00000"/>
      </a:hlink>
      <a:folHlink>
        <a:srgbClr val="0098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dirty="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0808_Cengage PP Brand Update" id="{61CF522C-3938-544D-B6D2-01C3CB24134A}" vid="{85A4C21B-B5BA-1B4B-9AA0-C3802FB375A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11661</TotalTime>
  <Words>1836</Words>
  <Application>Microsoft Office PowerPoint</Application>
  <PresentationFormat>On-screen Show (4:3)</PresentationFormat>
  <Paragraphs>258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Bank Gothic Bold</vt:lpstr>
      <vt:lpstr>Courier New</vt:lpstr>
      <vt:lpstr>Frutiger LTStd-Italic</vt:lpstr>
      <vt:lpstr>Open Sans</vt:lpstr>
      <vt:lpstr>Open Sans Regular</vt:lpstr>
      <vt:lpstr>Summer Font</vt:lpstr>
      <vt:lpstr>Times</vt:lpstr>
      <vt:lpstr>Times New Roman</vt:lpstr>
      <vt:lpstr>Brand_PPT_Template_SIMPLIFIED_SD</vt:lpstr>
      <vt:lpstr>Chapter 1: Basic Python Programming</vt:lpstr>
      <vt:lpstr>Learning Objectives</vt:lpstr>
      <vt:lpstr>An Example Python Program: Guessing a Number (1 of 2)</vt:lpstr>
      <vt:lpstr>An Example Python Program: Guessing a Number (2 of 2)</vt:lpstr>
      <vt:lpstr>Variables and Assignment Statements</vt:lpstr>
      <vt:lpstr>Literals</vt:lpstr>
      <vt:lpstr>String Literals (1 of 2)</vt:lpstr>
      <vt:lpstr>String Literals (2 of 2)</vt:lpstr>
      <vt:lpstr>Operators and Expressions (1 of 2)</vt:lpstr>
      <vt:lpstr>Operators and Expressions (2 of 2)</vt:lpstr>
      <vt:lpstr>Function Calls</vt:lpstr>
      <vt:lpstr>The print Function</vt:lpstr>
      <vt:lpstr>The input Function</vt:lpstr>
      <vt:lpstr>Type Conversion Functions and Mixed-Mode Operations</vt:lpstr>
      <vt:lpstr>Optional and Keyword Function Arguments</vt:lpstr>
      <vt:lpstr>Control Statements</vt:lpstr>
      <vt:lpstr>Conditional Statements (1 of 2)</vt:lpstr>
      <vt:lpstr>Conditional Statements (2 of 2)</vt:lpstr>
      <vt:lpstr>Loop Statements</vt:lpstr>
      <vt:lpstr>While Loop</vt:lpstr>
      <vt:lpstr>For Loop</vt:lpstr>
      <vt:lpstr>Strings and Their Operations</vt:lpstr>
      <vt:lpstr>String Operators</vt:lpstr>
      <vt:lpstr>Formatting Strings for Output (1 of 2)</vt:lpstr>
      <vt:lpstr>Formatting Strings for Output (2 of 2)</vt:lpstr>
      <vt:lpstr>String Method Calls</vt:lpstr>
      <vt:lpstr>Programs and Modules</vt:lpstr>
      <vt:lpstr>import Statements</vt:lpstr>
      <vt:lpstr>Program Comments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>Stulga, Michele L</dc:creator>
  <cp:lastModifiedBy>Man Chi Leung</cp:lastModifiedBy>
  <cp:revision>457</cp:revision>
  <dcterms:created xsi:type="dcterms:W3CDTF">2001-07-05T23:10:12Z</dcterms:created>
  <dcterms:modified xsi:type="dcterms:W3CDTF">2021-12-29T19:47:53Z</dcterms:modified>
</cp:coreProperties>
</file>